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sldIdLst>
    <p:sldId id="323" r:id="rId2"/>
    <p:sldId id="327" r:id="rId3"/>
    <p:sldId id="268" r:id="rId4"/>
    <p:sldId id="265" r:id="rId5"/>
    <p:sldId id="271" r:id="rId6"/>
    <p:sldId id="274" r:id="rId7"/>
    <p:sldId id="277" r:id="rId8"/>
    <p:sldId id="325" r:id="rId9"/>
    <p:sldId id="283" r:id="rId10"/>
    <p:sldId id="286" r:id="rId11"/>
    <p:sldId id="289" r:id="rId12"/>
    <p:sldId id="292" r:id="rId13"/>
    <p:sldId id="295" r:id="rId14"/>
    <p:sldId id="298" r:id="rId15"/>
    <p:sldId id="301" r:id="rId16"/>
    <p:sldId id="326" r:id="rId17"/>
    <p:sldId id="307" r:id="rId18"/>
    <p:sldId id="310" r:id="rId19"/>
    <p:sldId id="313" r:id="rId20"/>
    <p:sldId id="316" r:id="rId21"/>
    <p:sldId id="322" r:id="rId22"/>
    <p:sldId id="324" r:id="rId23"/>
  </p:sldIdLst>
  <p:sldSz cx="9144000" cy="6858000" type="screen4x3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/>
    <p:restoredTop sz="0"/>
  </p:normalViewPr>
  <p:slideViewPr>
    <p:cSldViewPr>
      <p:cViewPr varScale="1">
        <p:scale>
          <a:sx n="128" d="100"/>
          <a:sy n="128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15EA5E-3B19-4ECA-BE4F-A76712B0F6D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C258FA-D0F3-41D7-9E83-AD9A943E068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CI/CD avec GitHub Actions</a:t>
          </a:r>
          <a:endParaRPr lang="en-US"/>
        </a:p>
      </dgm:t>
    </dgm:pt>
    <dgm:pt modelId="{8BB79B2E-6ECF-495C-939E-EFC845D44CFD}" type="parTrans" cxnId="{97C2F35B-FD95-43F0-81D8-04EC25DE6D82}">
      <dgm:prSet/>
      <dgm:spPr/>
      <dgm:t>
        <a:bodyPr/>
        <a:lstStyle/>
        <a:p>
          <a:endParaRPr lang="en-US"/>
        </a:p>
      </dgm:t>
    </dgm:pt>
    <dgm:pt modelId="{282B138D-31AE-4597-AAE0-66BC9CDFAAF4}" type="sibTrans" cxnId="{97C2F35B-FD95-43F0-81D8-04EC25DE6D82}">
      <dgm:prSet/>
      <dgm:spPr/>
      <dgm:t>
        <a:bodyPr/>
        <a:lstStyle/>
        <a:p>
          <a:endParaRPr lang="en-US"/>
        </a:p>
      </dgm:t>
    </dgm:pt>
    <dgm:pt modelId="{C3A6E100-BC67-4572-9273-3DFEB37B7B2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Tests automatisés &amp; couverture</a:t>
          </a:r>
          <a:endParaRPr lang="en-US"/>
        </a:p>
      </dgm:t>
    </dgm:pt>
    <dgm:pt modelId="{A7F1C13D-2F50-465F-A8E6-2FBF6A1D5E95}" type="parTrans" cxnId="{5860E268-4BE9-4940-841A-E703F6865812}">
      <dgm:prSet/>
      <dgm:spPr/>
      <dgm:t>
        <a:bodyPr/>
        <a:lstStyle/>
        <a:p>
          <a:endParaRPr lang="en-US"/>
        </a:p>
      </dgm:t>
    </dgm:pt>
    <dgm:pt modelId="{9E89551A-5861-4779-8245-EDF1623FED54}" type="sibTrans" cxnId="{5860E268-4BE9-4940-841A-E703F6865812}">
      <dgm:prSet/>
      <dgm:spPr/>
      <dgm:t>
        <a:bodyPr/>
        <a:lstStyle/>
        <a:p>
          <a:endParaRPr lang="en-US"/>
        </a:p>
      </dgm:t>
    </dgm:pt>
    <dgm:pt modelId="{93E80305-9C9A-4CEF-B87A-C14493C0176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Logs et monitoring</a:t>
          </a:r>
          <a:endParaRPr lang="en-US"/>
        </a:p>
      </dgm:t>
    </dgm:pt>
    <dgm:pt modelId="{10578699-5E74-46A3-BE12-9DB9E73AE02B}" type="parTrans" cxnId="{5FF09242-43A9-4B5A-93FC-77B17BAC1E16}">
      <dgm:prSet/>
      <dgm:spPr/>
      <dgm:t>
        <a:bodyPr/>
        <a:lstStyle/>
        <a:p>
          <a:endParaRPr lang="en-US"/>
        </a:p>
      </dgm:t>
    </dgm:pt>
    <dgm:pt modelId="{71185330-7330-4C3F-A7CA-85D7C8B33023}" type="sibTrans" cxnId="{5FF09242-43A9-4B5A-93FC-77B17BAC1E16}">
      <dgm:prSet/>
      <dgm:spPr/>
      <dgm:t>
        <a:bodyPr/>
        <a:lstStyle/>
        <a:p>
          <a:endParaRPr lang="en-US"/>
        </a:p>
      </dgm:t>
    </dgm:pt>
    <dgm:pt modelId="{716C1497-C918-4055-9F4A-09A9F01DBBC2}" type="pres">
      <dgm:prSet presAssocID="{5815EA5E-3B19-4ECA-BE4F-A76712B0F6DC}" presName="root" presStyleCnt="0">
        <dgm:presLayoutVars>
          <dgm:dir/>
          <dgm:resizeHandles val="exact"/>
        </dgm:presLayoutVars>
      </dgm:prSet>
      <dgm:spPr/>
    </dgm:pt>
    <dgm:pt modelId="{3C1DABDF-00EB-4881-B643-DD0F7911511E}" type="pres">
      <dgm:prSet presAssocID="{20C258FA-D0F3-41D7-9E83-AD9A943E0687}" presName="compNode" presStyleCnt="0"/>
      <dgm:spPr/>
    </dgm:pt>
    <dgm:pt modelId="{A82D4C50-DE23-4BDB-9BC3-5778701F7479}" type="pres">
      <dgm:prSet presAssocID="{20C258FA-D0F3-41D7-9E83-AD9A943E0687}" presName="iconBgRect" presStyleLbl="bgShp" presStyleIdx="0" presStyleCnt="3"/>
      <dgm:spPr/>
    </dgm:pt>
    <dgm:pt modelId="{2B3C0DE8-925D-4D3B-9E36-EAB645100680}" type="pres">
      <dgm:prSet presAssocID="{20C258FA-D0F3-41D7-9E83-AD9A943E068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182D4F8D-142E-4B03-B220-95A2C9D6AF8E}" type="pres">
      <dgm:prSet presAssocID="{20C258FA-D0F3-41D7-9E83-AD9A943E0687}" presName="spaceRect" presStyleCnt="0"/>
      <dgm:spPr/>
    </dgm:pt>
    <dgm:pt modelId="{D625082F-8CE1-489E-B539-5ADFDF1DBE45}" type="pres">
      <dgm:prSet presAssocID="{20C258FA-D0F3-41D7-9E83-AD9A943E0687}" presName="textRect" presStyleLbl="revTx" presStyleIdx="0" presStyleCnt="3">
        <dgm:presLayoutVars>
          <dgm:chMax val="1"/>
          <dgm:chPref val="1"/>
        </dgm:presLayoutVars>
      </dgm:prSet>
      <dgm:spPr/>
    </dgm:pt>
    <dgm:pt modelId="{78989231-96CF-4FCB-A033-2CA069136A9C}" type="pres">
      <dgm:prSet presAssocID="{282B138D-31AE-4597-AAE0-66BC9CDFAAF4}" presName="sibTrans" presStyleCnt="0"/>
      <dgm:spPr/>
    </dgm:pt>
    <dgm:pt modelId="{68FC12FC-B867-4436-9294-399EF280FF71}" type="pres">
      <dgm:prSet presAssocID="{C3A6E100-BC67-4572-9273-3DFEB37B7B2A}" presName="compNode" presStyleCnt="0"/>
      <dgm:spPr/>
    </dgm:pt>
    <dgm:pt modelId="{81C574F3-2A3F-4357-9AAA-B1A1F274AF74}" type="pres">
      <dgm:prSet presAssocID="{C3A6E100-BC67-4572-9273-3DFEB37B7B2A}" presName="iconBgRect" presStyleLbl="bgShp" presStyleIdx="1" presStyleCnt="3"/>
      <dgm:spPr/>
    </dgm:pt>
    <dgm:pt modelId="{15E7F013-E110-436B-8531-D37CEDC5A82D}" type="pres">
      <dgm:prSet presAssocID="{C3A6E100-BC67-4572-9273-3DFEB37B7B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91E523A9-8EF8-4F54-BA45-9F5CCC9FA5BF}" type="pres">
      <dgm:prSet presAssocID="{C3A6E100-BC67-4572-9273-3DFEB37B7B2A}" presName="spaceRect" presStyleCnt="0"/>
      <dgm:spPr/>
    </dgm:pt>
    <dgm:pt modelId="{6CA56BB9-A281-4528-8704-8C72E274BC1C}" type="pres">
      <dgm:prSet presAssocID="{C3A6E100-BC67-4572-9273-3DFEB37B7B2A}" presName="textRect" presStyleLbl="revTx" presStyleIdx="1" presStyleCnt="3">
        <dgm:presLayoutVars>
          <dgm:chMax val="1"/>
          <dgm:chPref val="1"/>
        </dgm:presLayoutVars>
      </dgm:prSet>
      <dgm:spPr/>
    </dgm:pt>
    <dgm:pt modelId="{204B4415-6562-4BFB-A80C-BD1157BFA9A9}" type="pres">
      <dgm:prSet presAssocID="{9E89551A-5861-4779-8245-EDF1623FED54}" presName="sibTrans" presStyleCnt="0"/>
      <dgm:spPr/>
    </dgm:pt>
    <dgm:pt modelId="{5B5DE4D9-1C5E-44D6-BA91-D5B1744F68A2}" type="pres">
      <dgm:prSet presAssocID="{93E80305-9C9A-4CEF-B87A-C14493C01767}" presName="compNode" presStyleCnt="0"/>
      <dgm:spPr/>
    </dgm:pt>
    <dgm:pt modelId="{90CD8032-EE76-4AA4-9A3E-A5462A517C4D}" type="pres">
      <dgm:prSet presAssocID="{93E80305-9C9A-4CEF-B87A-C14493C01767}" presName="iconBgRect" presStyleLbl="bgShp" presStyleIdx="2" presStyleCnt="3"/>
      <dgm:spPr/>
    </dgm:pt>
    <dgm:pt modelId="{98006377-929E-4D94-ADE5-E69B562908F0}" type="pres">
      <dgm:prSet presAssocID="{93E80305-9C9A-4CEF-B87A-C14493C0176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73B8327-2B28-4961-81E9-E47A6C1C7DD9}" type="pres">
      <dgm:prSet presAssocID="{93E80305-9C9A-4CEF-B87A-C14493C01767}" presName="spaceRect" presStyleCnt="0"/>
      <dgm:spPr/>
    </dgm:pt>
    <dgm:pt modelId="{166ED708-143C-4947-AC6B-EFAE3910A2FD}" type="pres">
      <dgm:prSet presAssocID="{93E80305-9C9A-4CEF-B87A-C14493C0176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FF09242-43A9-4B5A-93FC-77B17BAC1E16}" srcId="{5815EA5E-3B19-4ECA-BE4F-A76712B0F6DC}" destId="{93E80305-9C9A-4CEF-B87A-C14493C01767}" srcOrd="2" destOrd="0" parTransId="{10578699-5E74-46A3-BE12-9DB9E73AE02B}" sibTransId="{71185330-7330-4C3F-A7CA-85D7C8B33023}"/>
    <dgm:cxn modelId="{97C2F35B-FD95-43F0-81D8-04EC25DE6D82}" srcId="{5815EA5E-3B19-4ECA-BE4F-A76712B0F6DC}" destId="{20C258FA-D0F3-41D7-9E83-AD9A943E0687}" srcOrd="0" destOrd="0" parTransId="{8BB79B2E-6ECF-495C-939E-EFC845D44CFD}" sibTransId="{282B138D-31AE-4597-AAE0-66BC9CDFAAF4}"/>
    <dgm:cxn modelId="{5860E268-4BE9-4940-841A-E703F6865812}" srcId="{5815EA5E-3B19-4ECA-BE4F-A76712B0F6DC}" destId="{C3A6E100-BC67-4572-9273-3DFEB37B7B2A}" srcOrd="1" destOrd="0" parTransId="{A7F1C13D-2F50-465F-A8E6-2FBF6A1D5E95}" sibTransId="{9E89551A-5861-4779-8245-EDF1623FED54}"/>
    <dgm:cxn modelId="{CB227E7B-4DA7-4458-92D2-107424B29E34}" type="presOf" srcId="{20C258FA-D0F3-41D7-9E83-AD9A943E0687}" destId="{D625082F-8CE1-489E-B539-5ADFDF1DBE45}" srcOrd="0" destOrd="0" presId="urn:microsoft.com/office/officeart/2018/5/layout/IconCircleLabelList"/>
    <dgm:cxn modelId="{E3A66599-A74C-4021-81F6-D896357BF8D0}" type="presOf" srcId="{93E80305-9C9A-4CEF-B87A-C14493C01767}" destId="{166ED708-143C-4947-AC6B-EFAE3910A2FD}" srcOrd="0" destOrd="0" presId="urn:microsoft.com/office/officeart/2018/5/layout/IconCircleLabelList"/>
    <dgm:cxn modelId="{D92F049D-F73A-4D4E-A7D8-EA960317E2D7}" type="presOf" srcId="{C3A6E100-BC67-4572-9273-3DFEB37B7B2A}" destId="{6CA56BB9-A281-4528-8704-8C72E274BC1C}" srcOrd="0" destOrd="0" presId="urn:microsoft.com/office/officeart/2018/5/layout/IconCircleLabelList"/>
    <dgm:cxn modelId="{E3C616CF-AD84-4DD7-A8C0-88CC8BC814F2}" type="presOf" srcId="{5815EA5E-3B19-4ECA-BE4F-A76712B0F6DC}" destId="{716C1497-C918-4055-9F4A-09A9F01DBBC2}" srcOrd="0" destOrd="0" presId="urn:microsoft.com/office/officeart/2018/5/layout/IconCircleLabelList"/>
    <dgm:cxn modelId="{775D1F10-96E5-4A30-B10C-E4FCFE637ED1}" type="presParOf" srcId="{716C1497-C918-4055-9F4A-09A9F01DBBC2}" destId="{3C1DABDF-00EB-4881-B643-DD0F7911511E}" srcOrd="0" destOrd="0" presId="urn:microsoft.com/office/officeart/2018/5/layout/IconCircleLabelList"/>
    <dgm:cxn modelId="{9092FBDE-5B7E-483E-96B9-E04A526CF899}" type="presParOf" srcId="{3C1DABDF-00EB-4881-B643-DD0F7911511E}" destId="{A82D4C50-DE23-4BDB-9BC3-5778701F7479}" srcOrd="0" destOrd="0" presId="urn:microsoft.com/office/officeart/2018/5/layout/IconCircleLabelList"/>
    <dgm:cxn modelId="{3E07AB4B-2845-458F-A7D9-BC40155D70B7}" type="presParOf" srcId="{3C1DABDF-00EB-4881-B643-DD0F7911511E}" destId="{2B3C0DE8-925D-4D3B-9E36-EAB645100680}" srcOrd="1" destOrd="0" presId="urn:microsoft.com/office/officeart/2018/5/layout/IconCircleLabelList"/>
    <dgm:cxn modelId="{60390829-59C6-4F9A-923B-6B697E0D210E}" type="presParOf" srcId="{3C1DABDF-00EB-4881-B643-DD0F7911511E}" destId="{182D4F8D-142E-4B03-B220-95A2C9D6AF8E}" srcOrd="2" destOrd="0" presId="urn:microsoft.com/office/officeart/2018/5/layout/IconCircleLabelList"/>
    <dgm:cxn modelId="{7131E920-BFA5-448A-A942-F3CD25A12500}" type="presParOf" srcId="{3C1DABDF-00EB-4881-B643-DD0F7911511E}" destId="{D625082F-8CE1-489E-B539-5ADFDF1DBE45}" srcOrd="3" destOrd="0" presId="urn:microsoft.com/office/officeart/2018/5/layout/IconCircleLabelList"/>
    <dgm:cxn modelId="{D79D1B2B-1213-48A9-9BB1-0AF1465EFA12}" type="presParOf" srcId="{716C1497-C918-4055-9F4A-09A9F01DBBC2}" destId="{78989231-96CF-4FCB-A033-2CA069136A9C}" srcOrd="1" destOrd="0" presId="urn:microsoft.com/office/officeart/2018/5/layout/IconCircleLabelList"/>
    <dgm:cxn modelId="{EEC7979A-B732-4428-BA3D-8E67C75AF76D}" type="presParOf" srcId="{716C1497-C918-4055-9F4A-09A9F01DBBC2}" destId="{68FC12FC-B867-4436-9294-399EF280FF71}" srcOrd="2" destOrd="0" presId="urn:microsoft.com/office/officeart/2018/5/layout/IconCircleLabelList"/>
    <dgm:cxn modelId="{6C546A2E-3605-4E30-A83E-608392CB61A7}" type="presParOf" srcId="{68FC12FC-B867-4436-9294-399EF280FF71}" destId="{81C574F3-2A3F-4357-9AAA-B1A1F274AF74}" srcOrd="0" destOrd="0" presId="urn:microsoft.com/office/officeart/2018/5/layout/IconCircleLabelList"/>
    <dgm:cxn modelId="{B11F3470-08E8-43C4-A9DE-26AD5A08E30E}" type="presParOf" srcId="{68FC12FC-B867-4436-9294-399EF280FF71}" destId="{15E7F013-E110-436B-8531-D37CEDC5A82D}" srcOrd="1" destOrd="0" presId="urn:microsoft.com/office/officeart/2018/5/layout/IconCircleLabelList"/>
    <dgm:cxn modelId="{0DFAB2EF-0B78-4B21-A3D0-680D3AC87B44}" type="presParOf" srcId="{68FC12FC-B867-4436-9294-399EF280FF71}" destId="{91E523A9-8EF8-4F54-BA45-9F5CCC9FA5BF}" srcOrd="2" destOrd="0" presId="urn:microsoft.com/office/officeart/2018/5/layout/IconCircleLabelList"/>
    <dgm:cxn modelId="{7D6AB91D-FB00-4001-A127-EACF39C4B251}" type="presParOf" srcId="{68FC12FC-B867-4436-9294-399EF280FF71}" destId="{6CA56BB9-A281-4528-8704-8C72E274BC1C}" srcOrd="3" destOrd="0" presId="urn:microsoft.com/office/officeart/2018/5/layout/IconCircleLabelList"/>
    <dgm:cxn modelId="{3B11CFEA-4F1A-4248-B47E-1A11B01AB828}" type="presParOf" srcId="{716C1497-C918-4055-9F4A-09A9F01DBBC2}" destId="{204B4415-6562-4BFB-A80C-BD1157BFA9A9}" srcOrd="3" destOrd="0" presId="urn:microsoft.com/office/officeart/2018/5/layout/IconCircleLabelList"/>
    <dgm:cxn modelId="{87235ED2-166A-4DBE-8634-9E4652B6D3DA}" type="presParOf" srcId="{716C1497-C918-4055-9F4A-09A9F01DBBC2}" destId="{5B5DE4D9-1C5E-44D6-BA91-D5B1744F68A2}" srcOrd="4" destOrd="0" presId="urn:microsoft.com/office/officeart/2018/5/layout/IconCircleLabelList"/>
    <dgm:cxn modelId="{086220D1-8003-4EC5-A371-09F4BAA156C5}" type="presParOf" srcId="{5B5DE4D9-1C5E-44D6-BA91-D5B1744F68A2}" destId="{90CD8032-EE76-4AA4-9A3E-A5462A517C4D}" srcOrd="0" destOrd="0" presId="urn:microsoft.com/office/officeart/2018/5/layout/IconCircleLabelList"/>
    <dgm:cxn modelId="{6AD29CAB-8B5C-423B-B4C8-EE0DA935B528}" type="presParOf" srcId="{5B5DE4D9-1C5E-44D6-BA91-D5B1744F68A2}" destId="{98006377-929E-4D94-ADE5-E69B562908F0}" srcOrd="1" destOrd="0" presId="urn:microsoft.com/office/officeart/2018/5/layout/IconCircleLabelList"/>
    <dgm:cxn modelId="{E86A74B8-2CDB-4518-A655-CDD08D150ED4}" type="presParOf" srcId="{5B5DE4D9-1C5E-44D6-BA91-D5B1744F68A2}" destId="{673B8327-2B28-4961-81E9-E47A6C1C7DD9}" srcOrd="2" destOrd="0" presId="urn:microsoft.com/office/officeart/2018/5/layout/IconCircleLabelList"/>
    <dgm:cxn modelId="{61800B04-C419-4921-9C36-EAD2D501A866}" type="presParOf" srcId="{5B5DE4D9-1C5E-44D6-BA91-D5B1744F68A2}" destId="{166ED708-143C-4947-AC6B-EFAE3910A2F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249F51-A0A9-48A7-9893-2A1E1B6AA11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F6BF43-3DD8-4E7D-8141-1B9B757528EE}">
      <dgm:prSet/>
      <dgm:spPr/>
      <dgm:t>
        <a:bodyPr/>
        <a:lstStyle/>
        <a:p>
          <a:r>
            <a:rPr lang="en-US" b="0" i="0"/>
            <a:t>- </a:t>
          </a:r>
          <a:r>
            <a:rPr lang="fr-FR" b="0" i="0"/>
            <a:t>Isolation &amp; reproductibilité</a:t>
          </a:r>
          <a:endParaRPr lang="en-US"/>
        </a:p>
      </dgm:t>
    </dgm:pt>
    <dgm:pt modelId="{545E5E5C-C970-4DA2-BD02-4EEBB14C35E4}" type="parTrans" cxnId="{6AA838EC-BD5E-4E28-B86D-50A8E8A8F443}">
      <dgm:prSet/>
      <dgm:spPr/>
      <dgm:t>
        <a:bodyPr/>
        <a:lstStyle/>
        <a:p>
          <a:endParaRPr lang="en-US"/>
        </a:p>
      </dgm:t>
    </dgm:pt>
    <dgm:pt modelId="{53EC90DE-6D48-41F2-A31C-CA5339491AE8}" type="sibTrans" cxnId="{6AA838EC-BD5E-4E28-B86D-50A8E8A8F443}">
      <dgm:prSet/>
      <dgm:spPr/>
      <dgm:t>
        <a:bodyPr/>
        <a:lstStyle/>
        <a:p>
          <a:endParaRPr lang="en-US"/>
        </a:p>
      </dgm:t>
    </dgm:pt>
    <dgm:pt modelId="{5A33889E-244B-4974-8758-5F1819A4B64B}">
      <dgm:prSet/>
      <dgm:spPr/>
      <dgm:t>
        <a:bodyPr/>
        <a:lstStyle/>
        <a:p>
          <a:r>
            <a:rPr lang="en-US" b="0" i="0"/>
            <a:t>- </a:t>
          </a:r>
          <a:r>
            <a:rPr lang="fr-FR" b="0" i="0"/>
            <a:t>Orchestration avec Docker Compose</a:t>
          </a:r>
          <a:endParaRPr lang="en-US"/>
        </a:p>
      </dgm:t>
    </dgm:pt>
    <dgm:pt modelId="{C29B483E-22DF-4C76-90F9-81691995B423}" type="parTrans" cxnId="{32B17C28-3980-480E-A641-F9132532DF29}">
      <dgm:prSet/>
      <dgm:spPr/>
      <dgm:t>
        <a:bodyPr/>
        <a:lstStyle/>
        <a:p>
          <a:endParaRPr lang="en-US"/>
        </a:p>
      </dgm:t>
    </dgm:pt>
    <dgm:pt modelId="{73DBF2D5-810F-4047-B604-63A946EB2AE0}" type="sibTrans" cxnId="{32B17C28-3980-480E-A641-F9132532DF29}">
      <dgm:prSet/>
      <dgm:spPr/>
      <dgm:t>
        <a:bodyPr/>
        <a:lstStyle/>
        <a:p>
          <a:endParaRPr lang="en-US"/>
        </a:p>
      </dgm:t>
    </dgm:pt>
    <dgm:pt modelId="{EF6DF49F-FA20-4BAC-886E-2E137F8E8CA0}">
      <dgm:prSet/>
      <dgm:spPr/>
      <dgm:t>
        <a:bodyPr/>
        <a:lstStyle/>
        <a:p>
          <a:r>
            <a:rPr lang="fr-FR" b="0" i="0"/>
            <a:t>- Environnements multiples</a:t>
          </a:r>
          <a:endParaRPr lang="en-US"/>
        </a:p>
      </dgm:t>
    </dgm:pt>
    <dgm:pt modelId="{7DCFA3D3-CC29-49CB-8FC4-2D3D5CDB8E6F}" type="parTrans" cxnId="{BD805F32-34CE-405B-98A7-35AA589EB9B7}">
      <dgm:prSet/>
      <dgm:spPr/>
      <dgm:t>
        <a:bodyPr/>
        <a:lstStyle/>
        <a:p>
          <a:endParaRPr lang="en-US"/>
        </a:p>
      </dgm:t>
    </dgm:pt>
    <dgm:pt modelId="{AD562964-828C-4191-8CEA-1704AF37ACB5}" type="sibTrans" cxnId="{BD805F32-34CE-405B-98A7-35AA589EB9B7}">
      <dgm:prSet/>
      <dgm:spPr/>
      <dgm:t>
        <a:bodyPr/>
        <a:lstStyle/>
        <a:p>
          <a:endParaRPr lang="en-US"/>
        </a:p>
      </dgm:t>
    </dgm:pt>
    <dgm:pt modelId="{4FF212A7-A17B-1E4A-8A17-7A78AA243B4D}" type="pres">
      <dgm:prSet presAssocID="{E1249F51-A0A9-48A7-9893-2A1E1B6AA11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D8EEAA-86B6-7240-B962-3BC02AB9835C}" type="pres">
      <dgm:prSet presAssocID="{05F6BF43-3DD8-4E7D-8141-1B9B757528EE}" presName="hierRoot1" presStyleCnt="0"/>
      <dgm:spPr/>
    </dgm:pt>
    <dgm:pt modelId="{D9CA1C38-6CEF-1747-8FCF-557D43DE561B}" type="pres">
      <dgm:prSet presAssocID="{05F6BF43-3DD8-4E7D-8141-1B9B757528EE}" presName="composite" presStyleCnt="0"/>
      <dgm:spPr/>
    </dgm:pt>
    <dgm:pt modelId="{95D7A1C9-9A5F-A848-945F-D56EABE7F734}" type="pres">
      <dgm:prSet presAssocID="{05F6BF43-3DD8-4E7D-8141-1B9B757528EE}" presName="background" presStyleLbl="node0" presStyleIdx="0" presStyleCnt="3"/>
      <dgm:spPr/>
    </dgm:pt>
    <dgm:pt modelId="{A872AED5-4361-AC44-BDB5-F15CD2DC5EC7}" type="pres">
      <dgm:prSet presAssocID="{05F6BF43-3DD8-4E7D-8141-1B9B757528EE}" presName="text" presStyleLbl="fgAcc0" presStyleIdx="0" presStyleCnt="3" custLinFactNeighborX="-1080">
        <dgm:presLayoutVars>
          <dgm:chPref val="3"/>
        </dgm:presLayoutVars>
      </dgm:prSet>
      <dgm:spPr/>
    </dgm:pt>
    <dgm:pt modelId="{6FD8DF01-0274-DE43-9BAE-F1886E93F12C}" type="pres">
      <dgm:prSet presAssocID="{05F6BF43-3DD8-4E7D-8141-1B9B757528EE}" presName="hierChild2" presStyleCnt="0"/>
      <dgm:spPr/>
    </dgm:pt>
    <dgm:pt modelId="{0A654FE8-7274-C443-B0F8-75061469B8E2}" type="pres">
      <dgm:prSet presAssocID="{5A33889E-244B-4974-8758-5F1819A4B64B}" presName="hierRoot1" presStyleCnt="0"/>
      <dgm:spPr/>
    </dgm:pt>
    <dgm:pt modelId="{2EBFF951-3298-C943-932A-F5AC371AED34}" type="pres">
      <dgm:prSet presAssocID="{5A33889E-244B-4974-8758-5F1819A4B64B}" presName="composite" presStyleCnt="0"/>
      <dgm:spPr/>
    </dgm:pt>
    <dgm:pt modelId="{BBD463F4-2162-8648-84CC-59E44E1F4582}" type="pres">
      <dgm:prSet presAssocID="{5A33889E-244B-4974-8758-5F1819A4B64B}" presName="background" presStyleLbl="node0" presStyleIdx="1" presStyleCnt="3"/>
      <dgm:spPr/>
    </dgm:pt>
    <dgm:pt modelId="{D841110D-746C-5A43-BC73-9E348A4E15AB}" type="pres">
      <dgm:prSet presAssocID="{5A33889E-244B-4974-8758-5F1819A4B64B}" presName="text" presStyleLbl="fgAcc0" presStyleIdx="1" presStyleCnt="3">
        <dgm:presLayoutVars>
          <dgm:chPref val="3"/>
        </dgm:presLayoutVars>
      </dgm:prSet>
      <dgm:spPr/>
    </dgm:pt>
    <dgm:pt modelId="{AE88518D-4387-8F48-8951-1BC7AC6EF85F}" type="pres">
      <dgm:prSet presAssocID="{5A33889E-244B-4974-8758-5F1819A4B64B}" presName="hierChild2" presStyleCnt="0"/>
      <dgm:spPr/>
    </dgm:pt>
    <dgm:pt modelId="{A6F4E209-6299-6D4C-A73A-E8DFEC09C271}" type="pres">
      <dgm:prSet presAssocID="{EF6DF49F-FA20-4BAC-886E-2E137F8E8CA0}" presName="hierRoot1" presStyleCnt="0"/>
      <dgm:spPr/>
    </dgm:pt>
    <dgm:pt modelId="{4E001725-0135-F94C-912A-84D06BFC7D5A}" type="pres">
      <dgm:prSet presAssocID="{EF6DF49F-FA20-4BAC-886E-2E137F8E8CA0}" presName="composite" presStyleCnt="0"/>
      <dgm:spPr/>
    </dgm:pt>
    <dgm:pt modelId="{1257C6CB-0728-B446-9529-A7F4F0FC84C7}" type="pres">
      <dgm:prSet presAssocID="{EF6DF49F-FA20-4BAC-886E-2E137F8E8CA0}" presName="background" presStyleLbl="node0" presStyleIdx="2" presStyleCnt="3"/>
      <dgm:spPr/>
    </dgm:pt>
    <dgm:pt modelId="{F7B0576C-CE15-574F-A6C2-93E179ABE005}" type="pres">
      <dgm:prSet presAssocID="{EF6DF49F-FA20-4BAC-886E-2E137F8E8CA0}" presName="text" presStyleLbl="fgAcc0" presStyleIdx="2" presStyleCnt="3">
        <dgm:presLayoutVars>
          <dgm:chPref val="3"/>
        </dgm:presLayoutVars>
      </dgm:prSet>
      <dgm:spPr/>
    </dgm:pt>
    <dgm:pt modelId="{C62EB167-B4E3-5F46-A1FE-B237E57E53CA}" type="pres">
      <dgm:prSet presAssocID="{EF6DF49F-FA20-4BAC-886E-2E137F8E8CA0}" presName="hierChild2" presStyleCnt="0"/>
      <dgm:spPr/>
    </dgm:pt>
  </dgm:ptLst>
  <dgm:cxnLst>
    <dgm:cxn modelId="{32B17C28-3980-480E-A641-F9132532DF29}" srcId="{E1249F51-A0A9-48A7-9893-2A1E1B6AA114}" destId="{5A33889E-244B-4974-8758-5F1819A4B64B}" srcOrd="1" destOrd="0" parTransId="{C29B483E-22DF-4C76-90F9-81691995B423}" sibTransId="{73DBF2D5-810F-4047-B604-63A946EB2AE0}"/>
    <dgm:cxn modelId="{BD805F32-34CE-405B-98A7-35AA589EB9B7}" srcId="{E1249F51-A0A9-48A7-9893-2A1E1B6AA114}" destId="{EF6DF49F-FA20-4BAC-886E-2E137F8E8CA0}" srcOrd="2" destOrd="0" parTransId="{7DCFA3D3-CC29-49CB-8FC4-2D3D5CDB8E6F}" sibTransId="{AD562964-828C-4191-8CEA-1704AF37ACB5}"/>
    <dgm:cxn modelId="{18569337-B78F-9E41-BDDB-1A438C95D675}" type="presOf" srcId="{5A33889E-244B-4974-8758-5F1819A4B64B}" destId="{D841110D-746C-5A43-BC73-9E348A4E15AB}" srcOrd="0" destOrd="0" presId="urn:microsoft.com/office/officeart/2005/8/layout/hierarchy1"/>
    <dgm:cxn modelId="{B5864579-BDD3-604D-8F98-F96E5DCE8CCD}" type="presOf" srcId="{05F6BF43-3DD8-4E7D-8141-1B9B757528EE}" destId="{A872AED5-4361-AC44-BDB5-F15CD2DC5EC7}" srcOrd="0" destOrd="0" presId="urn:microsoft.com/office/officeart/2005/8/layout/hierarchy1"/>
    <dgm:cxn modelId="{C56D8183-54B7-3844-8DFC-2B6F5EBD4B3F}" type="presOf" srcId="{E1249F51-A0A9-48A7-9893-2A1E1B6AA114}" destId="{4FF212A7-A17B-1E4A-8A17-7A78AA243B4D}" srcOrd="0" destOrd="0" presId="urn:microsoft.com/office/officeart/2005/8/layout/hierarchy1"/>
    <dgm:cxn modelId="{4A8B60B7-3640-0542-B1B6-C62CB0880621}" type="presOf" srcId="{EF6DF49F-FA20-4BAC-886E-2E137F8E8CA0}" destId="{F7B0576C-CE15-574F-A6C2-93E179ABE005}" srcOrd="0" destOrd="0" presId="urn:microsoft.com/office/officeart/2005/8/layout/hierarchy1"/>
    <dgm:cxn modelId="{6AA838EC-BD5E-4E28-B86D-50A8E8A8F443}" srcId="{E1249F51-A0A9-48A7-9893-2A1E1B6AA114}" destId="{05F6BF43-3DD8-4E7D-8141-1B9B757528EE}" srcOrd="0" destOrd="0" parTransId="{545E5E5C-C970-4DA2-BD02-4EEBB14C35E4}" sibTransId="{53EC90DE-6D48-41F2-A31C-CA5339491AE8}"/>
    <dgm:cxn modelId="{AA832E17-1096-A64C-BB25-78CB242F49A6}" type="presParOf" srcId="{4FF212A7-A17B-1E4A-8A17-7A78AA243B4D}" destId="{7DD8EEAA-86B6-7240-B962-3BC02AB9835C}" srcOrd="0" destOrd="0" presId="urn:microsoft.com/office/officeart/2005/8/layout/hierarchy1"/>
    <dgm:cxn modelId="{DF5247BC-BFB3-5245-8DA3-F72119300D17}" type="presParOf" srcId="{7DD8EEAA-86B6-7240-B962-3BC02AB9835C}" destId="{D9CA1C38-6CEF-1747-8FCF-557D43DE561B}" srcOrd="0" destOrd="0" presId="urn:microsoft.com/office/officeart/2005/8/layout/hierarchy1"/>
    <dgm:cxn modelId="{D34F1E6F-EF60-6B43-999F-A98413831CA5}" type="presParOf" srcId="{D9CA1C38-6CEF-1747-8FCF-557D43DE561B}" destId="{95D7A1C9-9A5F-A848-945F-D56EABE7F734}" srcOrd="0" destOrd="0" presId="urn:microsoft.com/office/officeart/2005/8/layout/hierarchy1"/>
    <dgm:cxn modelId="{6A36C570-D04F-2D40-AD8B-A62B7234A9A3}" type="presParOf" srcId="{D9CA1C38-6CEF-1747-8FCF-557D43DE561B}" destId="{A872AED5-4361-AC44-BDB5-F15CD2DC5EC7}" srcOrd="1" destOrd="0" presId="urn:microsoft.com/office/officeart/2005/8/layout/hierarchy1"/>
    <dgm:cxn modelId="{F68B4B49-CCD7-1848-9853-3A2D44F6CFDE}" type="presParOf" srcId="{7DD8EEAA-86B6-7240-B962-3BC02AB9835C}" destId="{6FD8DF01-0274-DE43-9BAE-F1886E93F12C}" srcOrd="1" destOrd="0" presId="urn:microsoft.com/office/officeart/2005/8/layout/hierarchy1"/>
    <dgm:cxn modelId="{60D2CED3-2B6C-024B-A1E6-25C61AD7BB2F}" type="presParOf" srcId="{4FF212A7-A17B-1E4A-8A17-7A78AA243B4D}" destId="{0A654FE8-7274-C443-B0F8-75061469B8E2}" srcOrd="1" destOrd="0" presId="urn:microsoft.com/office/officeart/2005/8/layout/hierarchy1"/>
    <dgm:cxn modelId="{AA758031-8370-3D41-B8AD-4989A868FC69}" type="presParOf" srcId="{0A654FE8-7274-C443-B0F8-75061469B8E2}" destId="{2EBFF951-3298-C943-932A-F5AC371AED34}" srcOrd="0" destOrd="0" presId="urn:microsoft.com/office/officeart/2005/8/layout/hierarchy1"/>
    <dgm:cxn modelId="{CBF9A88B-6C15-F544-8750-311CB783044D}" type="presParOf" srcId="{2EBFF951-3298-C943-932A-F5AC371AED34}" destId="{BBD463F4-2162-8648-84CC-59E44E1F4582}" srcOrd="0" destOrd="0" presId="urn:microsoft.com/office/officeart/2005/8/layout/hierarchy1"/>
    <dgm:cxn modelId="{35287C67-9779-4E40-A32F-398209949E08}" type="presParOf" srcId="{2EBFF951-3298-C943-932A-F5AC371AED34}" destId="{D841110D-746C-5A43-BC73-9E348A4E15AB}" srcOrd="1" destOrd="0" presId="urn:microsoft.com/office/officeart/2005/8/layout/hierarchy1"/>
    <dgm:cxn modelId="{6672396E-9B3C-5A4B-9228-53F997479011}" type="presParOf" srcId="{0A654FE8-7274-C443-B0F8-75061469B8E2}" destId="{AE88518D-4387-8F48-8951-1BC7AC6EF85F}" srcOrd="1" destOrd="0" presId="urn:microsoft.com/office/officeart/2005/8/layout/hierarchy1"/>
    <dgm:cxn modelId="{C84E38E7-BA15-864D-932C-D16AF76CB33A}" type="presParOf" srcId="{4FF212A7-A17B-1E4A-8A17-7A78AA243B4D}" destId="{A6F4E209-6299-6D4C-A73A-E8DFEC09C271}" srcOrd="2" destOrd="0" presId="urn:microsoft.com/office/officeart/2005/8/layout/hierarchy1"/>
    <dgm:cxn modelId="{0F28FD89-3CC0-9B4B-85F8-FC4E96C69061}" type="presParOf" srcId="{A6F4E209-6299-6D4C-A73A-E8DFEC09C271}" destId="{4E001725-0135-F94C-912A-84D06BFC7D5A}" srcOrd="0" destOrd="0" presId="urn:microsoft.com/office/officeart/2005/8/layout/hierarchy1"/>
    <dgm:cxn modelId="{1E028F70-FEDA-D44E-8B48-3E27D5AFB721}" type="presParOf" srcId="{4E001725-0135-F94C-912A-84D06BFC7D5A}" destId="{1257C6CB-0728-B446-9529-A7F4F0FC84C7}" srcOrd="0" destOrd="0" presId="urn:microsoft.com/office/officeart/2005/8/layout/hierarchy1"/>
    <dgm:cxn modelId="{3BEF3A6B-5081-8E4B-AC60-C21214009F58}" type="presParOf" srcId="{4E001725-0135-F94C-912A-84D06BFC7D5A}" destId="{F7B0576C-CE15-574F-A6C2-93E179ABE005}" srcOrd="1" destOrd="0" presId="urn:microsoft.com/office/officeart/2005/8/layout/hierarchy1"/>
    <dgm:cxn modelId="{E85F9B86-CDFE-8E4B-B6EA-BD4C6BA6EBD5}" type="presParOf" srcId="{A6F4E209-6299-6D4C-A73A-E8DFEC09C271}" destId="{C62EB167-B4E3-5F46-A1FE-B237E57E53C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B9B7EF-1799-43C9-A91F-48D21850C9E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A9B40D-2F76-48C1-8B30-85412C5595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Git flow : main / dev / feature</a:t>
          </a:r>
          <a:endParaRPr lang="en-US"/>
        </a:p>
      </dgm:t>
    </dgm:pt>
    <dgm:pt modelId="{AA39A982-6785-4DEA-978F-07C96E3B758E}" type="parTrans" cxnId="{E879D169-E919-49AC-BB11-A53DA244C24B}">
      <dgm:prSet/>
      <dgm:spPr/>
      <dgm:t>
        <a:bodyPr/>
        <a:lstStyle/>
        <a:p>
          <a:endParaRPr lang="en-US"/>
        </a:p>
      </dgm:t>
    </dgm:pt>
    <dgm:pt modelId="{C1EF1DBF-A369-4DEE-8C58-FC2CF405974F}" type="sibTrans" cxnId="{E879D169-E919-49AC-BB11-A53DA244C24B}">
      <dgm:prSet/>
      <dgm:spPr/>
      <dgm:t>
        <a:bodyPr/>
        <a:lstStyle/>
        <a:p>
          <a:endParaRPr lang="en-US"/>
        </a:p>
      </dgm:t>
    </dgm:pt>
    <dgm:pt modelId="{E81D2A22-B227-4588-A61B-245F66071A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Protection des branches</a:t>
          </a:r>
          <a:endParaRPr lang="en-US"/>
        </a:p>
      </dgm:t>
    </dgm:pt>
    <dgm:pt modelId="{9895991D-51CB-4A88-B69F-085FA6CDA3C6}" type="parTrans" cxnId="{8CA4E6BA-727A-4E15-9068-3E139E6550D6}">
      <dgm:prSet/>
      <dgm:spPr/>
      <dgm:t>
        <a:bodyPr/>
        <a:lstStyle/>
        <a:p>
          <a:endParaRPr lang="en-US"/>
        </a:p>
      </dgm:t>
    </dgm:pt>
    <dgm:pt modelId="{8353DB05-5272-46EE-B992-304E9BBB0566}" type="sibTrans" cxnId="{8CA4E6BA-727A-4E15-9068-3E139E6550D6}">
      <dgm:prSet/>
      <dgm:spPr/>
      <dgm:t>
        <a:bodyPr/>
        <a:lstStyle/>
        <a:p>
          <a:endParaRPr lang="en-US"/>
        </a:p>
      </dgm:t>
    </dgm:pt>
    <dgm:pt modelId="{DAE3304C-28E2-4E97-8A7D-061AD4E041F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0" i="0"/>
            <a:t>-</a:t>
          </a:r>
          <a:r>
            <a:rPr lang="en-US" b="0" i="0"/>
            <a:t> Normes de commits &amp; Merge Requests</a:t>
          </a:r>
          <a:endParaRPr lang="en-US"/>
        </a:p>
      </dgm:t>
    </dgm:pt>
    <dgm:pt modelId="{73F0258C-5D71-42FF-A333-C39194912FC3}" type="parTrans" cxnId="{6C6B2C19-7A9A-4EE3-8969-E426B9D26940}">
      <dgm:prSet/>
      <dgm:spPr/>
      <dgm:t>
        <a:bodyPr/>
        <a:lstStyle/>
        <a:p>
          <a:endParaRPr lang="en-US"/>
        </a:p>
      </dgm:t>
    </dgm:pt>
    <dgm:pt modelId="{C21CAE18-C152-491A-A5E6-E3495385665C}" type="sibTrans" cxnId="{6C6B2C19-7A9A-4EE3-8969-E426B9D26940}">
      <dgm:prSet/>
      <dgm:spPr/>
      <dgm:t>
        <a:bodyPr/>
        <a:lstStyle/>
        <a:p>
          <a:endParaRPr lang="en-US"/>
        </a:p>
      </dgm:t>
    </dgm:pt>
    <dgm:pt modelId="{CBD9B116-80B0-4C10-9F09-C746C9ED9FB0}" type="pres">
      <dgm:prSet presAssocID="{7EB9B7EF-1799-43C9-A91F-48D21850C9E8}" presName="root" presStyleCnt="0">
        <dgm:presLayoutVars>
          <dgm:dir/>
          <dgm:resizeHandles val="exact"/>
        </dgm:presLayoutVars>
      </dgm:prSet>
      <dgm:spPr/>
    </dgm:pt>
    <dgm:pt modelId="{5E987B14-8971-45D3-9104-CDA983AE98ED}" type="pres">
      <dgm:prSet presAssocID="{12A9B40D-2F76-48C1-8B30-85412C559517}" presName="compNode" presStyleCnt="0"/>
      <dgm:spPr/>
    </dgm:pt>
    <dgm:pt modelId="{FEE17129-9322-4A05-B469-EB5DB29799DC}" type="pres">
      <dgm:prSet presAssocID="{12A9B40D-2F76-48C1-8B30-85412C559517}" presName="bgRect" presStyleLbl="bgShp" presStyleIdx="0" presStyleCnt="3"/>
      <dgm:spPr/>
    </dgm:pt>
    <dgm:pt modelId="{4F5E816B-F270-4E4E-84F0-CBFC87B5BDD1}" type="pres">
      <dgm:prSet presAssocID="{12A9B40D-2F76-48C1-8B30-85412C5595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52AD188-6A8B-4C0C-9A53-1E9AD093DAA8}" type="pres">
      <dgm:prSet presAssocID="{12A9B40D-2F76-48C1-8B30-85412C559517}" presName="spaceRect" presStyleCnt="0"/>
      <dgm:spPr/>
    </dgm:pt>
    <dgm:pt modelId="{8CCA38E6-B4F3-4523-B0E7-D5788E0211A5}" type="pres">
      <dgm:prSet presAssocID="{12A9B40D-2F76-48C1-8B30-85412C559517}" presName="parTx" presStyleLbl="revTx" presStyleIdx="0" presStyleCnt="3">
        <dgm:presLayoutVars>
          <dgm:chMax val="0"/>
          <dgm:chPref val="0"/>
        </dgm:presLayoutVars>
      </dgm:prSet>
      <dgm:spPr/>
    </dgm:pt>
    <dgm:pt modelId="{5BC0C1AE-FCBB-4EE2-B94A-281691F4F9DB}" type="pres">
      <dgm:prSet presAssocID="{C1EF1DBF-A369-4DEE-8C58-FC2CF405974F}" presName="sibTrans" presStyleCnt="0"/>
      <dgm:spPr/>
    </dgm:pt>
    <dgm:pt modelId="{507D5BA2-571C-491C-9952-56ABE8038ACF}" type="pres">
      <dgm:prSet presAssocID="{E81D2A22-B227-4588-A61B-245F66071AF1}" presName="compNode" presStyleCnt="0"/>
      <dgm:spPr/>
    </dgm:pt>
    <dgm:pt modelId="{ED63BF65-495F-4A68-9CB5-762202C5B555}" type="pres">
      <dgm:prSet presAssocID="{E81D2A22-B227-4588-A61B-245F66071AF1}" presName="bgRect" presStyleLbl="bgShp" presStyleIdx="1" presStyleCnt="3"/>
      <dgm:spPr/>
    </dgm:pt>
    <dgm:pt modelId="{0BE2B013-7D1D-4651-B5C6-5B07EB8A788C}" type="pres">
      <dgm:prSet presAssocID="{E81D2A22-B227-4588-A61B-245F66071A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81D6041B-75EA-420B-84A0-9D6CDD5EDC1A}" type="pres">
      <dgm:prSet presAssocID="{E81D2A22-B227-4588-A61B-245F66071AF1}" presName="spaceRect" presStyleCnt="0"/>
      <dgm:spPr/>
    </dgm:pt>
    <dgm:pt modelId="{476CBB09-7CD7-4C28-BEF7-90EA2DD183A7}" type="pres">
      <dgm:prSet presAssocID="{E81D2A22-B227-4588-A61B-245F66071AF1}" presName="parTx" presStyleLbl="revTx" presStyleIdx="1" presStyleCnt="3">
        <dgm:presLayoutVars>
          <dgm:chMax val="0"/>
          <dgm:chPref val="0"/>
        </dgm:presLayoutVars>
      </dgm:prSet>
      <dgm:spPr/>
    </dgm:pt>
    <dgm:pt modelId="{DE325C2A-7380-4724-BAB6-9CF7D2F87037}" type="pres">
      <dgm:prSet presAssocID="{8353DB05-5272-46EE-B992-304E9BBB0566}" presName="sibTrans" presStyleCnt="0"/>
      <dgm:spPr/>
    </dgm:pt>
    <dgm:pt modelId="{41AE24DF-02B7-4523-8874-BDCD55932F7C}" type="pres">
      <dgm:prSet presAssocID="{DAE3304C-28E2-4E97-8A7D-061AD4E041FE}" presName="compNode" presStyleCnt="0"/>
      <dgm:spPr/>
    </dgm:pt>
    <dgm:pt modelId="{90935DE3-AB90-4BA0-8999-1997213B07E2}" type="pres">
      <dgm:prSet presAssocID="{DAE3304C-28E2-4E97-8A7D-061AD4E041FE}" presName="bgRect" presStyleLbl="bgShp" presStyleIdx="2" presStyleCnt="3"/>
      <dgm:spPr/>
    </dgm:pt>
    <dgm:pt modelId="{67B3E4C1-7D18-43EB-A870-74BCE728FF61}" type="pres">
      <dgm:prSet presAssocID="{DAE3304C-28E2-4E97-8A7D-061AD4E041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C1F069C8-80B4-4CF2-8C74-42D3C1476B87}" type="pres">
      <dgm:prSet presAssocID="{DAE3304C-28E2-4E97-8A7D-061AD4E041FE}" presName="spaceRect" presStyleCnt="0"/>
      <dgm:spPr/>
    </dgm:pt>
    <dgm:pt modelId="{2F45A1F9-1817-43F0-8900-81F6081CCAE2}" type="pres">
      <dgm:prSet presAssocID="{DAE3304C-28E2-4E97-8A7D-061AD4E041F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C6B2C19-7A9A-4EE3-8969-E426B9D26940}" srcId="{7EB9B7EF-1799-43C9-A91F-48D21850C9E8}" destId="{DAE3304C-28E2-4E97-8A7D-061AD4E041FE}" srcOrd="2" destOrd="0" parTransId="{73F0258C-5D71-42FF-A333-C39194912FC3}" sibTransId="{C21CAE18-C152-491A-A5E6-E3495385665C}"/>
    <dgm:cxn modelId="{1AAF3E27-19BF-1B42-BB32-536DB91CD0B9}" type="presOf" srcId="{7EB9B7EF-1799-43C9-A91F-48D21850C9E8}" destId="{CBD9B116-80B0-4C10-9F09-C746C9ED9FB0}" srcOrd="0" destOrd="0" presId="urn:microsoft.com/office/officeart/2018/2/layout/IconVerticalSolidList"/>
    <dgm:cxn modelId="{E879D169-E919-49AC-BB11-A53DA244C24B}" srcId="{7EB9B7EF-1799-43C9-A91F-48D21850C9E8}" destId="{12A9B40D-2F76-48C1-8B30-85412C559517}" srcOrd="0" destOrd="0" parTransId="{AA39A982-6785-4DEA-978F-07C96E3B758E}" sibTransId="{C1EF1DBF-A369-4DEE-8C58-FC2CF405974F}"/>
    <dgm:cxn modelId="{8CA4E6BA-727A-4E15-9068-3E139E6550D6}" srcId="{7EB9B7EF-1799-43C9-A91F-48D21850C9E8}" destId="{E81D2A22-B227-4588-A61B-245F66071AF1}" srcOrd="1" destOrd="0" parTransId="{9895991D-51CB-4A88-B69F-085FA6CDA3C6}" sibTransId="{8353DB05-5272-46EE-B992-304E9BBB0566}"/>
    <dgm:cxn modelId="{2EC9B6DF-D986-0549-B6D1-17B90486B499}" type="presOf" srcId="{DAE3304C-28E2-4E97-8A7D-061AD4E041FE}" destId="{2F45A1F9-1817-43F0-8900-81F6081CCAE2}" srcOrd="0" destOrd="0" presId="urn:microsoft.com/office/officeart/2018/2/layout/IconVerticalSolidList"/>
    <dgm:cxn modelId="{AB84D1EF-D645-1F47-9FD0-22775DC365B7}" type="presOf" srcId="{12A9B40D-2F76-48C1-8B30-85412C559517}" destId="{8CCA38E6-B4F3-4523-B0E7-D5788E0211A5}" srcOrd="0" destOrd="0" presId="urn:microsoft.com/office/officeart/2018/2/layout/IconVerticalSolidList"/>
    <dgm:cxn modelId="{453670FA-5626-454B-AB4F-14B40405F995}" type="presOf" srcId="{E81D2A22-B227-4588-A61B-245F66071AF1}" destId="{476CBB09-7CD7-4C28-BEF7-90EA2DD183A7}" srcOrd="0" destOrd="0" presId="urn:microsoft.com/office/officeart/2018/2/layout/IconVerticalSolidList"/>
    <dgm:cxn modelId="{2683BDEE-77E8-0A42-985E-484FD5E69421}" type="presParOf" srcId="{CBD9B116-80B0-4C10-9F09-C746C9ED9FB0}" destId="{5E987B14-8971-45D3-9104-CDA983AE98ED}" srcOrd="0" destOrd="0" presId="urn:microsoft.com/office/officeart/2018/2/layout/IconVerticalSolidList"/>
    <dgm:cxn modelId="{68F9D09E-EFFE-BF47-81AB-A11D16D5FD4C}" type="presParOf" srcId="{5E987B14-8971-45D3-9104-CDA983AE98ED}" destId="{FEE17129-9322-4A05-B469-EB5DB29799DC}" srcOrd="0" destOrd="0" presId="urn:microsoft.com/office/officeart/2018/2/layout/IconVerticalSolidList"/>
    <dgm:cxn modelId="{B46017B3-C7AA-E24D-BE15-49ED7AF2E6BA}" type="presParOf" srcId="{5E987B14-8971-45D3-9104-CDA983AE98ED}" destId="{4F5E816B-F270-4E4E-84F0-CBFC87B5BDD1}" srcOrd="1" destOrd="0" presId="urn:microsoft.com/office/officeart/2018/2/layout/IconVerticalSolidList"/>
    <dgm:cxn modelId="{5EC63D40-7968-2143-BD7B-822FD7D4EE0A}" type="presParOf" srcId="{5E987B14-8971-45D3-9104-CDA983AE98ED}" destId="{152AD188-6A8B-4C0C-9A53-1E9AD093DAA8}" srcOrd="2" destOrd="0" presId="urn:microsoft.com/office/officeart/2018/2/layout/IconVerticalSolidList"/>
    <dgm:cxn modelId="{2758EAD8-F3EF-7541-BBB6-56DE39806644}" type="presParOf" srcId="{5E987B14-8971-45D3-9104-CDA983AE98ED}" destId="{8CCA38E6-B4F3-4523-B0E7-D5788E0211A5}" srcOrd="3" destOrd="0" presId="urn:microsoft.com/office/officeart/2018/2/layout/IconVerticalSolidList"/>
    <dgm:cxn modelId="{2325E9C0-6FA5-B64F-B503-C67A1DEEF3F4}" type="presParOf" srcId="{CBD9B116-80B0-4C10-9F09-C746C9ED9FB0}" destId="{5BC0C1AE-FCBB-4EE2-B94A-281691F4F9DB}" srcOrd="1" destOrd="0" presId="urn:microsoft.com/office/officeart/2018/2/layout/IconVerticalSolidList"/>
    <dgm:cxn modelId="{6AD0914E-78D5-C141-AD58-F736B08D129E}" type="presParOf" srcId="{CBD9B116-80B0-4C10-9F09-C746C9ED9FB0}" destId="{507D5BA2-571C-491C-9952-56ABE8038ACF}" srcOrd="2" destOrd="0" presId="urn:microsoft.com/office/officeart/2018/2/layout/IconVerticalSolidList"/>
    <dgm:cxn modelId="{EDA6530A-2BD3-7F44-8DD2-DF756FF9CF65}" type="presParOf" srcId="{507D5BA2-571C-491C-9952-56ABE8038ACF}" destId="{ED63BF65-495F-4A68-9CB5-762202C5B555}" srcOrd="0" destOrd="0" presId="urn:microsoft.com/office/officeart/2018/2/layout/IconVerticalSolidList"/>
    <dgm:cxn modelId="{7BB19914-3AA7-7A46-9BA6-D1127484CA68}" type="presParOf" srcId="{507D5BA2-571C-491C-9952-56ABE8038ACF}" destId="{0BE2B013-7D1D-4651-B5C6-5B07EB8A788C}" srcOrd="1" destOrd="0" presId="urn:microsoft.com/office/officeart/2018/2/layout/IconVerticalSolidList"/>
    <dgm:cxn modelId="{4AF16D93-4C48-C049-B8F0-3861ECF715E0}" type="presParOf" srcId="{507D5BA2-571C-491C-9952-56ABE8038ACF}" destId="{81D6041B-75EA-420B-84A0-9D6CDD5EDC1A}" srcOrd="2" destOrd="0" presId="urn:microsoft.com/office/officeart/2018/2/layout/IconVerticalSolidList"/>
    <dgm:cxn modelId="{1AC54865-8457-A54A-A93D-CEE80D88C59E}" type="presParOf" srcId="{507D5BA2-571C-491C-9952-56ABE8038ACF}" destId="{476CBB09-7CD7-4C28-BEF7-90EA2DD183A7}" srcOrd="3" destOrd="0" presId="urn:microsoft.com/office/officeart/2018/2/layout/IconVerticalSolidList"/>
    <dgm:cxn modelId="{C3A8088F-1C35-7548-B2F6-35ED8844656A}" type="presParOf" srcId="{CBD9B116-80B0-4C10-9F09-C746C9ED9FB0}" destId="{DE325C2A-7380-4724-BAB6-9CF7D2F87037}" srcOrd="3" destOrd="0" presId="urn:microsoft.com/office/officeart/2018/2/layout/IconVerticalSolidList"/>
    <dgm:cxn modelId="{188B0715-46D1-494B-B5DF-50C3C966D559}" type="presParOf" srcId="{CBD9B116-80B0-4C10-9F09-C746C9ED9FB0}" destId="{41AE24DF-02B7-4523-8874-BDCD55932F7C}" srcOrd="4" destOrd="0" presId="urn:microsoft.com/office/officeart/2018/2/layout/IconVerticalSolidList"/>
    <dgm:cxn modelId="{CEF95DDC-4447-6549-9AC7-36E55FA341A2}" type="presParOf" srcId="{41AE24DF-02B7-4523-8874-BDCD55932F7C}" destId="{90935DE3-AB90-4BA0-8999-1997213B07E2}" srcOrd="0" destOrd="0" presId="urn:microsoft.com/office/officeart/2018/2/layout/IconVerticalSolidList"/>
    <dgm:cxn modelId="{ADBF2D98-BD4C-3740-A704-F07667FFE8DE}" type="presParOf" srcId="{41AE24DF-02B7-4523-8874-BDCD55932F7C}" destId="{67B3E4C1-7D18-43EB-A870-74BCE728FF61}" srcOrd="1" destOrd="0" presId="urn:microsoft.com/office/officeart/2018/2/layout/IconVerticalSolidList"/>
    <dgm:cxn modelId="{9C85B0F5-A58D-FE49-A273-FB8614E1C1D5}" type="presParOf" srcId="{41AE24DF-02B7-4523-8874-BDCD55932F7C}" destId="{C1F069C8-80B4-4CF2-8C74-42D3C1476B87}" srcOrd="2" destOrd="0" presId="urn:microsoft.com/office/officeart/2018/2/layout/IconVerticalSolidList"/>
    <dgm:cxn modelId="{39F02551-B7CF-1F47-989B-7BB04CA91F58}" type="presParOf" srcId="{41AE24DF-02B7-4523-8874-BDCD55932F7C}" destId="{2F45A1F9-1817-43F0-8900-81F6081CCA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F1B9E3-CCA8-44B7-BC87-307C3681895E}" type="doc">
      <dgm:prSet loTypeId="urn:microsoft.com/office/officeart/2005/8/layout/hierarchy1" loCatId="hierarchy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F8741E04-114F-46D4-8A81-F4D4AFEEAE47}">
      <dgm:prSet/>
      <dgm:spPr/>
      <dgm:t>
        <a:bodyPr/>
        <a:lstStyle/>
        <a:p>
          <a:r>
            <a:rPr lang="en-US" b="0" i="0"/>
            <a:t>- Tests unitaires (Jest, Mocha, Pytest...)</a:t>
          </a:r>
          <a:endParaRPr lang="en-US"/>
        </a:p>
      </dgm:t>
    </dgm:pt>
    <dgm:pt modelId="{A3450A1A-8CD6-4441-8624-1AF11623A116}" type="parTrans" cxnId="{C7004EE5-156B-4F82-9A2D-11C3BEEF7E35}">
      <dgm:prSet/>
      <dgm:spPr/>
      <dgm:t>
        <a:bodyPr/>
        <a:lstStyle/>
        <a:p>
          <a:endParaRPr lang="en-US"/>
        </a:p>
      </dgm:t>
    </dgm:pt>
    <dgm:pt modelId="{F0F66212-C0F5-4E1D-8C24-E7EB2C0F5898}" type="sibTrans" cxnId="{C7004EE5-156B-4F82-9A2D-11C3BEEF7E35}">
      <dgm:prSet/>
      <dgm:spPr/>
      <dgm:t>
        <a:bodyPr/>
        <a:lstStyle/>
        <a:p>
          <a:endParaRPr lang="en-US"/>
        </a:p>
      </dgm:t>
    </dgm:pt>
    <dgm:pt modelId="{AF4FD5B5-9772-48E4-B1A1-4EF3DBA81BA2}">
      <dgm:prSet/>
      <dgm:spPr/>
      <dgm:t>
        <a:bodyPr/>
        <a:lstStyle/>
        <a:p>
          <a:r>
            <a:rPr lang="fr-FR" b="0" i="0"/>
            <a:t>- Tests d’intégration (API endpoints)</a:t>
          </a:r>
          <a:endParaRPr lang="en-US"/>
        </a:p>
      </dgm:t>
    </dgm:pt>
    <dgm:pt modelId="{57D302E6-49B5-4266-8FC5-4107D2F92872}" type="parTrans" cxnId="{38AC26D8-45B9-47DC-A5E2-50D5A13C4D7F}">
      <dgm:prSet/>
      <dgm:spPr/>
      <dgm:t>
        <a:bodyPr/>
        <a:lstStyle/>
        <a:p>
          <a:endParaRPr lang="en-US"/>
        </a:p>
      </dgm:t>
    </dgm:pt>
    <dgm:pt modelId="{BCBEC74A-D2CA-48A7-A761-81456A8849E1}" type="sibTrans" cxnId="{38AC26D8-45B9-47DC-A5E2-50D5A13C4D7F}">
      <dgm:prSet/>
      <dgm:spPr/>
      <dgm:t>
        <a:bodyPr/>
        <a:lstStyle/>
        <a:p>
          <a:endParaRPr lang="en-US"/>
        </a:p>
      </dgm:t>
    </dgm:pt>
    <dgm:pt modelId="{FC59EF92-A10F-453C-8646-04EC9FA779A2}">
      <dgm:prSet/>
      <dgm:spPr/>
      <dgm:t>
        <a:bodyPr/>
        <a:lstStyle/>
        <a:p>
          <a:r>
            <a:rPr lang="en-US" b="0" i="0"/>
            <a:t>- Justifier les routes non testées</a:t>
          </a:r>
          <a:endParaRPr lang="en-US"/>
        </a:p>
      </dgm:t>
    </dgm:pt>
    <dgm:pt modelId="{F5432A02-67A1-4AF0-88C0-B2AB191D206A}" type="parTrans" cxnId="{630B7887-EF09-4097-9506-B77EF04FF113}">
      <dgm:prSet/>
      <dgm:spPr/>
      <dgm:t>
        <a:bodyPr/>
        <a:lstStyle/>
        <a:p>
          <a:endParaRPr lang="en-US"/>
        </a:p>
      </dgm:t>
    </dgm:pt>
    <dgm:pt modelId="{7FB7FCEE-DDFD-4EE9-A620-A62C1321293B}" type="sibTrans" cxnId="{630B7887-EF09-4097-9506-B77EF04FF113}">
      <dgm:prSet/>
      <dgm:spPr/>
      <dgm:t>
        <a:bodyPr/>
        <a:lstStyle/>
        <a:p>
          <a:endParaRPr lang="en-US"/>
        </a:p>
      </dgm:t>
    </dgm:pt>
    <dgm:pt modelId="{CD74E032-C09B-0149-8D37-915C7844866A}" type="pres">
      <dgm:prSet presAssocID="{A6F1B9E3-CCA8-44B7-BC87-307C3681895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B883B02-7AFD-0E40-9232-17A8478CAC81}" type="pres">
      <dgm:prSet presAssocID="{F8741E04-114F-46D4-8A81-F4D4AFEEAE47}" presName="hierRoot1" presStyleCnt="0"/>
      <dgm:spPr/>
    </dgm:pt>
    <dgm:pt modelId="{3CA29D93-E262-A543-9C01-2E742085D508}" type="pres">
      <dgm:prSet presAssocID="{F8741E04-114F-46D4-8A81-F4D4AFEEAE47}" presName="composite" presStyleCnt="0"/>
      <dgm:spPr/>
    </dgm:pt>
    <dgm:pt modelId="{65F95155-9E9F-7A4F-A9D2-6AEFFA6DC16D}" type="pres">
      <dgm:prSet presAssocID="{F8741E04-114F-46D4-8A81-F4D4AFEEAE47}" presName="background" presStyleLbl="node0" presStyleIdx="0" presStyleCnt="3"/>
      <dgm:spPr/>
    </dgm:pt>
    <dgm:pt modelId="{06DDBD96-DAA6-4545-8542-F56670300CC9}" type="pres">
      <dgm:prSet presAssocID="{F8741E04-114F-46D4-8A81-F4D4AFEEAE47}" presName="text" presStyleLbl="fgAcc0" presStyleIdx="0" presStyleCnt="3">
        <dgm:presLayoutVars>
          <dgm:chPref val="3"/>
        </dgm:presLayoutVars>
      </dgm:prSet>
      <dgm:spPr/>
    </dgm:pt>
    <dgm:pt modelId="{9ED7BA02-15EA-8E44-859C-76A13169A051}" type="pres">
      <dgm:prSet presAssocID="{F8741E04-114F-46D4-8A81-F4D4AFEEAE47}" presName="hierChild2" presStyleCnt="0"/>
      <dgm:spPr/>
    </dgm:pt>
    <dgm:pt modelId="{E0960517-0A55-0F41-8D2F-338AFE5EE8E1}" type="pres">
      <dgm:prSet presAssocID="{AF4FD5B5-9772-48E4-B1A1-4EF3DBA81BA2}" presName="hierRoot1" presStyleCnt="0"/>
      <dgm:spPr/>
    </dgm:pt>
    <dgm:pt modelId="{9669F1FF-4E96-5446-AD06-B21B00492CB1}" type="pres">
      <dgm:prSet presAssocID="{AF4FD5B5-9772-48E4-B1A1-4EF3DBA81BA2}" presName="composite" presStyleCnt="0"/>
      <dgm:spPr/>
    </dgm:pt>
    <dgm:pt modelId="{4C30B500-D02C-5C49-BEDD-C82F7EED1946}" type="pres">
      <dgm:prSet presAssocID="{AF4FD5B5-9772-48E4-B1A1-4EF3DBA81BA2}" presName="background" presStyleLbl="node0" presStyleIdx="1" presStyleCnt="3"/>
      <dgm:spPr/>
    </dgm:pt>
    <dgm:pt modelId="{E295433C-1780-724C-B512-AFB499DF8ED4}" type="pres">
      <dgm:prSet presAssocID="{AF4FD5B5-9772-48E4-B1A1-4EF3DBA81BA2}" presName="text" presStyleLbl="fgAcc0" presStyleIdx="1" presStyleCnt="3">
        <dgm:presLayoutVars>
          <dgm:chPref val="3"/>
        </dgm:presLayoutVars>
      </dgm:prSet>
      <dgm:spPr/>
    </dgm:pt>
    <dgm:pt modelId="{D9AA7998-54A1-434D-9150-E7997E58EFC8}" type="pres">
      <dgm:prSet presAssocID="{AF4FD5B5-9772-48E4-B1A1-4EF3DBA81BA2}" presName="hierChild2" presStyleCnt="0"/>
      <dgm:spPr/>
    </dgm:pt>
    <dgm:pt modelId="{9651F4F2-4097-0942-87E4-876D80A77EB2}" type="pres">
      <dgm:prSet presAssocID="{FC59EF92-A10F-453C-8646-04EC9FA779A2}" presName="hierRoot1" presStyleCnt="0"/>
      <dgm:spPr/>
    </dgm:pt>
    <dgm:pt modelId="{7ACA07B3-D8CE-0A4C-A30C-F383CAF383E9}" type="pres">
      <dgm:prSet presAssocID="{FC59EF92-A10F-453C-8646-04EC9FA779A2}" presName="composite" presStyleCnt="0"/>
      <dgm:spPr/>
    </dgm:pt>
    <dgm:pt modelId="{FFE77FF8-A46C-A243-9ECD-3029874C75A0}" type="pres">
      <dgm:prSet presAssocID="{FC59EF92-A10F-453C-8646-04EC9FA779A2}" presName="background" presStyleLbl="node0" presStyleIdx="2" presStyleCnt="3"/>
      <dgm:spPr/>
    </dgm:pt>
    <dgm:pt modelId="{13D20426-BFD6-8F41-8ACA-D5A5E3CE4539}" type="pres">
      <dgm:prSet presAssocID="{FC59EF92-A10F-453C-8646-04EC9FA779A2}" presName="text" presStyleLbl="fgAcc0" presStyleIdx="2" presStyleCnt="3">
        <dgm:presLayoutVars>
          <dgm:chPref val="3"/>
        </dgm:presLayoutVars>
      </dgm:prSet>
      <dgm:spPr/>
    </dgm:pt>
    <dgm:pt modelId="{561A5E92-6084-C147-802E-84ED96E648B0}" type="pres">
      <dgm:prSet presAssocID="{FC59EF92-A10F-453C-8646-04EC9FA779A2}" presName="hierChild2" presStyleCnt="0"/>
      <dgm:spPr/>
    </dgm:pt>
  </dgm:ptLst>
  <dgm:cxnLst>
    <dgm:cxn modelId="{BB81ED29-6706-ED46-A715-49BA4D3B29FE}" type="presOf" srcId="{FC59EF92-A10F-453C-8646-04EC9FA779A2}" destId="{13D20426-BFD6-8F41-8ACA-D5A5E3CE4539}" srcOrd="0" destOrd="0" presId="urn:microsoft.com/office/officeart/2005/8/layout/hierarchy1"/>
    <dgm:cxn modelId="{8642993B-AA47-6C41-AA38-0C0EEEDFB13E}" type="presOf" srcId="{A6F1B9E3-CCA8-44B7-BC87-307C3681895E}" destId="{CD74E032-C09B-0149-8D37-915C7844866A}" srcOrd="0" destOrd="0" presId="urn:microsoft.com/office/officeart/2005/8/layout/hierarchy1"/>
    <dgm:cxn modelId="{68ACD445-628D-384E-896F-17F9CB590DEA}" type="presOf" srcId="{F8741E04-114F-46D4-8A81-F4D4AFEEAE47}" destId="{06DDBD96-DAA6-4545-8542-F56670300CC9}" srcOrd="0" destOrd="0" presId="urn:microsoft.com/office/officeart/2005/8/layout/hierarchy1"/>
    <dgm:cxn modelId="{630B7887-EF09-4097-9506-B77EF04FF113}" srcId="{A6F1B9E3-CCA8-44B7-BC87-307C3681895E}" destId="{FC59EF92-A10F-453C-8646-04EC9FA779A2}" srcOrd="2" destOrd="0" parTransId="{F5432A02-67A1-4AF0-88C0-B2AB191D206A}" sibTransId="{7FB7FCEE-DDFD-4EE9-A620-A62C1321293B}"/>
    <dgm:cxn modelId="{C1893D8C-F5A7-A34C-932E-7FC1397FD03B}" type="presOf" srcId="{AF4FD5B5-9772-48E4-B1A1-4EF3DBA81BA2}" destId="{E295433C-1780-724C-B512-AFB499DF8ED4}" srcOrd="0" destOrd="0" presId="urn:microsoft.com/office/officeart/2005/8/layout/hierarchy1"/>
    <dgm:cxn modelId="{38AC26D8-45B9-47DC-A5E2-50D5A13C4D7F}" srcId="{A6F1B9E3-CCA8-44B7-BC87-307C3681895E}" destId="{AF4FD5B5-9772-48E4-B1A1-4EF3DBA81BA2}" srcOrd="1" destOrd="0" parTransId="{57D302E6-49B5-4266-8FC5-4107D2F92872}" sibTransId="{BCBEC74A-D2CA-48A7-A761-81456A8849E1}"/>
    <dgm:cxn modelId="{C7004EE5-156B-4F82-9A2D-11C3BEEF7E35}" srcId="{A6F1B9E3-CCA8-44B7-BC87-307C3681895E}" destId="{F8741E04-114F-46D4-8A81-F4D4AFEEAE47}" srcOrd="0" destOrd="0" parTransId="{A3450A1A-8CD6-4441-8624-1AF11623A116}" sibTransId="{F0F66212-C0F5-4E1D-8C24-E7EB2C0F5898}"/>
    <dgm:cxn modelId="{0820BF3D-F180-6B4F-9A36-6FBA8356A153}" type="presParOf" srcId="{CD74E032-C09B-0149-8D37-915C7844866A}" destId="{EB883B02-7AFD-0E40-9232-17A8478CAC81}" srcOrd="0" destOrd="0" presId="urn:microsoft.com/office/officeart/2005/8/layout/hierarchy1"/>
    <dgm:cxn modelId="{C27CA75A-ACE9-724A-85E7-388FDFE0B68B}" type="presParOf" srcId="{EB883B02-7AFD-0E40-9232-17A8478CAC81}" destId="{3CA29D93-E262-A543-9C01-2E742085D508}" srcOrd="0" destOrd="0" presId="urn:microsoft.com/office/officeart/2005/8/layout/hierarchy1"/>
    <dgm:cxn modelId="{F4CC73D9-0603-D546-94CC-E55D48B81A9C}" type="presParOf" srcId="{3CA29D93-E262-A543-9C01-2E742085D508}" destId="{65F95155-9E9F-7A4F-A9D2-6AEFFA6DC16D}" srcOrd="0" destOrd="0" presId="urn:microsoft.com/office/officeart/2005/8/layout/hierarchy1"/>
    <dgm:cxn modelId="{BFB57465-E27E-B143-AFBD-8E07EC1C6533}" type="presParOf" srcId="{3CA29D93-E262-A543-9C01-2E742085D508}" destId="{06DDBD96-DAA6-4545-8542-F56670300CC9}" srcOrd="1" destOrd="0" presId="urn:microsoft.com/office/officeart/2005/8/layout/hierarchy1"/>
    <dgm:cxn modelId="{E7228888-131C-1F47-AEA5-E23449F7053B}" type="presParOf" srcId="{EB883B02-7AFD-0E40-9232-17A8478CAC81}" destId="{9ED7BA02-15EA-8E44-859C-76A13169A051}" srcOrd="1" destOrd="0" presId="urn:microsoft.com/office/officeart/2005/8/layout/hierarchy1"/>
    <dgm:cxn modelId="{0FE6C348-3617-9A43-8597-4635F6C53732}" type="presParOf" srcId="{CD74E032-C09B-0149-8D37-915C7844866A}" destId="{E0960517-0A55-0F41-8D2F-338AFE5EE8E1}" srcOrd="1" destOrd="0" presId="urn:microsoft.com/office/officeart/2005/8/layout/hierarchy1"/>
    <dgm:cxn modelId="{709BA0A7-191A-394E-971C-A5D6E0CE8234}" type="presParOf" srcId="{E0960517-0A55-0F41-8D2F-338AFE5EE8E1}" destId="{9669F1FF-4E96-5446-AD06-B21B00492CB1}" srcOrd="0" destOrd="0" presId="urn:microsoft.com/office/officeart/2005/8/layout/hierarchy1"/>
    <dgm:cxn modelId="{94C118EB-E315-B948-B362-C4E613B4C70A}" type="presParOf" srcId="{9669F1FF-4E96-5446-AD06-B21B00492CB1}" destId="{4C30B500-D02C-5C49-BEDD-C82F7EED1946}" srcOrd="0" destOrd="0" presId="urn:microsoft.com/office/officeart/2005/8/layout/hierarchy1"/>
    <dgm:cxn modelId="{B3018EB4-C3EA-294E-9FE7-EB28A131F24B}" type="presParOf" srcId="{9669F1FF-4E96-5446-AD06-B21B00492CB1}" destId="{E295433C-1780-724C-B512-AFB499DF8ED4}" srcOrd="1" destOrd="0" presId="urn:microsoft.com/office/officeart/2005/8/layout/hierarchy1"/>
    <dgm:cxn modelId="{761F1871-600F-1141-8BC1-8D4560F18151}" type="presParOf" srcId="{E0960517-0A55-0F41-8D2F-338AFE5EE8E1}" destId="{D9AA7998-54A1-434D-9150-E7997E58EFC8}" srcOrd="1" destOrd="0" presId="urn:microsoft.com/office/officeart/2005/8/layout/hierarchy1"/>
    <dgm:cxn modelId="{AD8C2FBA-DE30-9E40-97EC-32D71FE6C56F}" type="presParOf" srcId="{CD74E032-C09B-0149-8D37-915C7844866A}" destId="{9651F4F2-4097-0942-87E4-876D80A77EB2}" srcOrd="2" destOrd="0" presId="urn:microsoft.com/office/officeart/2005/8/layout/hierarchy1"/>
    <dgm:cxn modelId="{B5E81ABE-030B-8549-B676-2EBC9BF6D983}" type="presParOf" srcId="{9651F4F2-4097-0942-87E4-876D80A77EB2}" destId="{7ACA07B3-D8CE-0A4C-A30C-F383CAF383E9}" srcOrd="0" destOrd="0" presId="urn:microsoft.com/office/officeart/2005/8/layout/hierarchy1"/>
    <dgm:cxn modelId="{731C51FB-36E4-E642-A17D-119131946947}" type="presParOf" srcId="{7ACA07B3-D8CE-0A4C-A30C-F383CAF383E9}" destId="{FFE77FF8-A46C-A243-9ECD-3029874C75A0}" srcOrd="0" destOrd="0" presId="urn:microsoft.com/office/officeart/2005/8/layout/hierarchy1"/>
    <dgm:cxn modelId="{E455485C-E462-5F4E-B39F-37942A845888}" type="presParOf" srcId="{7ACA07B3-D8CE-0A4C-A30C-F383CAF383E9}" destId="{13D20426-BFD6-8F41-8ACA-D5A5E3CE4539}" srcOrd="1" destOrd="0" presId="urn:microsoft.com/office/officeart/2005/8/layout/hierarchy1"/>
    <dgm:cxn modelId="{13BF696B-18DF-C34D-8169-F960B8344A77}" type="presParOf" srcId="{9651F4F2-4097-0942-87E4-876D80A77EB2}" destId="{561A5E92-6084-C147-802E-84ED96E648B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407E9C-6E6C-4A64-B535-D26926C606F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97ABE4F-BE07-4E03-A4BE-EFE2F2A5522E}">
      <dgm:prSet/>
      <dgm:spPr/>
      <dgm:t>
        <a:bodyPr/>
        <a:lstStyle/>
        <a:p>
          <a:r>
            <a:rPr lang="en-US" b="0" i="0"/>
            <a:t>- Lancement des tests</a:t>
          </a:r>
          <a:endParaRPr lang="en-US"/>
        </a:p>
      </dgm:t>
    </dgm:pt>
    <dgm:pt modelId="{DB65B932-6F58-4330-9362-AFF91C87E51E}" type="parTrans" cxnId="{4086C641-49AB-4739-8802-B9B5BBDF6CAF}">
      <dgm:prSet/>
      <dgm:spPr/>
      <dgm:t>
        <a:bodyPr/>
        <a:lstStyle/>
        <a:p>
          <a:endParaRPr lang="en-US"/>
        </a:p>
      </dgm:t>
    </dgm:pt>
    <dgm:pt modelId="{400603C4-D6EA-4E6D-81EF-060D1431A8ED}" type="sibTrans" cxnId="{4086C641-49AB-4739-8802-B9B5BBDF6CAF}">
      <dgm:prSet/>
      <dgm:spPr/>
      <dgm:t>
        <a:bodyPr/>
        <a:lstStyle/>
        <a:p>
          <a:endParaRPr lang="en-US"/>
        </a:p>
      </dgm:t>
    </dgm:pt>
    <dgm:pt modelId="{DCDE10E9-7346-4275-9441-99D51D445C17}">
      <dgm:prSet/>
      <dgm:spPr/>
      <dgm:t>
        <a:bodyPr/>
        <a:lstStyle/>
        <a:p>
          <a:r>
            <a:rPr lang="fr-FR" b="0" i="0"/>
            <a:t>- Génération du coverage</a:t>
          </a:r>
          <a:endParaRPr lang="en-US"/>
        </a:p>
      </dgm:t>
    </dgm:pt>
    <dgm:pt modelId="{B47408B2-E6CC-437A-A4AD-876BCA006200}" type="parTrans" cxnId="{C705BC85-78A7-4EBF-AA11-D1D3735C726B}">
      <dgm:prSet/>
      <dgm:spPr/>
      <dgm:t>
        <a:bodyPr/>
        <a:lstStyle/>
        <a:p>
          <a:endParaRPr lang="en-US"/>
        </a:p>
      </dgm:t>
    </dgm:pt>
    <dgm:pt modelId="{042C1EE6-1841-43CB-A3ED-A937988C7486}" type="sibTrans" cxnId="{C705BC85-78A7-4EBF-AA11-D1D3735C726B}">
      <dgm:prSet/>
      <dgm:spPr/>
      <dgm:t>
        <a:bodyPr/>
        <a:lstStyle/>
        <a:p>
          <a:endParaRPr lang="en-US"/>
        </a:p>
      </dgm:t>
    </dgm:pt>
    <dgm:pt modelId="{356328AF-6BAD-4B3C-A271-A53830046DBB}">
      <dgm:prSet/>
      <dgm:spPr/>
      <dgm:t>
        <a:bodyPr/>
        <a:lstStyle/>
        <a:p>
          <a:r>
            <a:rPr lang="en-US" b="0" i="0"/>
            <a:t>- Déploiement potentiel</a:t>
          </a:r>
          <a:endParaRPr lang="en-US"/>
        </a:p>
      </dgm:t>
    </dgm:pt>
    <dgm:pt modelId="{D83DC8C7-D88B-4DA3-A9F2-01F6BCB68625}" type="parTrans" cxnId="{48A00967-1983-48AF-8A15-9DA97625DD98}">
      <dgm:prSet/>
      <dgm:spPr/>
      <dgm:t>
        <a:bodyPr/>
        <a:lstStyle/>
        <a:p>
          <a:endParaRPr lang="en-US"/>
        </a:p>
      </dgm:t>
    </dgm:pt>
    <dgm:pt modelId="{F948A5BB-58AE-44BE-B6A6-C60741C7D5B9}" type="sibTrans" cxnId="{48A00967-1983-48AF-8A15-9DA97625DD98}">
      <dgm:prSet/>
      <dgm:spPr/>
      <dgm:t>
        <a:bodyPr/>
        <a:lstStyle/>
        <a:p>
          <a:endParaRPr lang="en-US"/>
        </a:p>
      </dgm:t>
    </dgm:pt>
    <dgm:pt modelId="{651A44B9-1F7A-5647-B0FA-C8579F96F217}" type="pres">
      <dgm:prSet presAssocID="{CF407E9C-6E6C-4A64-B535-D26926C606FB}" presName="outerComposite" presStyleCnt="0">
        <dgm:presLayoutVars>
          <dgm:chMax val="5"/>
          <dgm:dir/>
          <dgm:resizeHandles val="exact"/>
        </dgm:presLayoutVars>
      </dgm:prSet>
      <dgm:spPr/>
    </dgm:pt>
    <dgm:pt modelId="{1DB35CB6-02B9-E348-83CC-1A855775C299}" type="pres">
      <dgm:prSet presAssocID="{CF407E9C-6E6C-4A64-B535-D26926C606FB}" presName="dummyMaxCanvas" presStyleCnt="0">
        <dgm:presLayoutVars/>
      </dgm:prSet>
      <dgm:spPr/>
    </dgm:pt>
    <dgm:pt modelId="{16F19CF8-DBF5-C349-BECD-3A6AFF62883F}" type="pres">
      <dgm:prSet presAssocID="{CF407E9C-6E6C-4A64-B535-D26926C606FB}" presName="ThreeNodes_1" presStyleLbl="node1" presStyleIdx="0" presStyleCnt="3">
        <dgm:presLayoutVars>
          <dgm:bulletEnabled val="1"/>
        </dgm:presLayoutVars>
      </dgm:prSet>
      <dgm:spPr/>
    </dgm:pt>
    <dgm:pt modelId="{3078A05A-314F-0147-AF1A-FB36E06B48D2}" type="pres">
      <dgm:prSet presAssocID="{CF407E9C-6E6C-4A64-B535-D26926C606FB}" presName="ThreeNodes_2" presStyleLbl="node1" presStyleIdx="1" presStyleCnt="3">
        <dgm:presLayoutVars>
          <dgm:bulletEnabled val="1"/>
        </dgm:presLayoutVars>
      </dgm:prSet>
      <dgm:spPr/>
    </dgm:pt>
    <dgm:pt modelId="{87E7C743-16DB-CF44-A08C-76957BF1CA4F}" type="pres">
      <dgm:prSet presAssocID="{CF407E9C-6E6C-4A64-B535-D26926C606FB}" presName="ThreeNodes_3" presStyleLbl="node1" presStyleIdx="2" presStyleCnt="3">
        <dgm:presLayoutVars>
          <dgm:bulletEnabled val="1"/>
        </dgm:presLayoutVars>
      </dgm:prSet>
      <dgm:spPr/>
    </dgm:pt>
    <dgm:pt modelId="{FFFEC8CB-4405-0E43-8623-BEE4D6010B00}" type="pres">
      <dgm:prSet presAssocID="{CF407E9C-6E6C-4A64-B535-D26926C606FB}" presName="ThreeConn_1-2" presStyleLbl="fgAccFollowNode1" presStyleIdx="0" presStyleCnt="2">
        <dgm:presLayoutVars>
          <dgm:bulletEnabled val="1"/>
        </dgm:presLayoutVars>
      </dgm:prSet>
      <dgm:spPr/>
    </dgm:pt>
    <dgm:pt modelId="{831AEECB-23B8-1842-9845-8B6431900209}" type="pres">
      <dgm:prSet presAssocID="{CF407E9C-6E6C-4A64-B535-D26926C606FB}" presName="ThreeConn_2-3" presStyleLbl="fgAccFollowNode1" presStyleIdx="1" presStyleCnt="2">
        <dgm:presLayoutVars>
          <dgm:bulletEnabled val="1"/>
        </dgm:presLayoutVars>
      </dgm:prSet>
      <dgm:spPr/>
    </dgm:pt>
    <dgm:pt modelId="{9482A566-E276-D146-994B-189B1111C1EA}" type="pres">
      <dgm:prSet presAssocID="{CF407E9C-6E6C-4A64-B535-D26926C606FB}" presName="ThreeNodes_1_text" presStyleLbl="node1" presStyleIdx="2" presStyleCnt="3">
        <dgm:presLayoutVars>
          <dgm:bulletEnabled val="1"/>
        </dgm:presLayoutVars>
      </dgm:prSet>
      <dgm:spPr/>
    </dgm:pt>
    <dgm:pt modelId="{5F58A6BD-8314-4642-8478-ACE182F58E21}" type="pres">
      <dgm:prSet presAssocID="{CF407E9C-6E6C-4A64-B535-D26926C606FB}" presName="ThreeNodes_2_text" presStyleLbl="node1" presStyleIdx="2" presStyleCnt="3">
        <dgm:presLayoutVars>
          <dgm:bulletEnabled val="1"/>
        </dgm:presLayoutVars>
      </dgm:prSet>
      <dgm:spPr/>
    </dgm:pt>
    <dgm:pt modelId="{8540EE11-3868-9A4E-B840-D4CFE3871CBE}" type="pres">
      <dgm:prSet presAssocID="{CF407E9C-6E6C-4A64-B535-D26926C606F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FB9E300-9B86-1E47-9C83-B6B7CAC977E0}" type="presOf" srcId="{CF407E9C-6E6C-4A64-B535-D26926C606FB}" destId="{651A44B9-1F7A-5647-B0FA-C8579F96F217}" srcOrd="0" destOrd="0" presId="urn:microsoft.com/office/officeart/2005/8/layout/vProcess5"/>
    <dgm:cxn modelId="{9915DF26-24F8-D84A-AC8D-32C5FE7B65BB}" type="presOf" srcId="{DCDE10E9-7346-4275-9441-99D51D445C17}" destId="{5F58A6BD-8314-4642-8478-ACE182F58E21}" srcOrd="1" destOrd="0" presId="urn:microsoft.com/office/officeart/2005/8/layout/vProcess5"/>
    <dgm:cxn modelId="{4086C641-49AB-4739-8802-B9B5BBDF6CAF}" srcId="{CF407E9C-6E6C-4A64-B535-D26926C606FB}" destId="{F97ABE4F-BE07-4E03-A4BE-EFE2F2A5522E}" srcOrd="0" destOrd="0" parTransId="{DB65B932-6F58-4330-9362-AFF91C87E51E}" sibTransId="{400603C4-D6EA-4E6D-81EF-060D1431A8ED}"/>
    <dgm:cxn modelId="{6851995A-F1EF-8B4B-8B32-02297316E50D}" type="presOf" srcId="{DCDE10E9-7346-4275-9441-99D51D445C17}" destId="{3078A05A-314F-0147-AF1A-FB36E06B48D2}" srcOrd="0" destOrd="0" presId="urn:microsoft.com/office/officeart/2005/8/layout/vProcess5"/>
    <dgm:cxn modelId="{24FA205E-DF47-A645-80AE-7AAF6CED6A58}" type="presOf" srcId="{400603C4-D6EA-4E6D-81EF-060D1431A8ED}" destId="{FFFEC8CB-4405-0E43-8623-BEE4D6010B00}" srcOrd="0" destOrd="0" presId="urn:microsoft.com/office/officeart/2005/8/layout/vProcess5"/>
    <dgm:cxn modelId="{AEF3F664-AAA1-8C41-BDA7-C10B6CC54721}" type="presOf" srcId="{042C1EE6-1841-43CB-A3ED-A937988C7486}" destId="{831AEECB-23B8-1842-9845-8B6431900209}" srcOrd="0" destOrd="0" presId="urn:microsoft.com/office/officeart/2005/8/layout/vProcess5"/>
    <dgm:cxn modelId="{48A00967-1983-48AF-8A15-9DA97625DD98}" srcId="{CF407E9C-6E6C-4A64-B535-D26926C606FB}" destId="{356328AF-6BAD-4B3C-A271-A53830046DBB}" srcOrd="2" destOrd="0" parTransId="{D83DC8C7-D88B-4DA3-A9F2-01F6BCB68625}" sibTransId="{F948A5BB-58AE-44BE-B6A6-C60741C7D5B9}"/>
    <dgm:cxn modelId="{B5EF9D70-18C3-AB48-8932-066F89F8B4D4}" type="presOf" srcId="{F97ABE4F-BE07-4E03-A4BE-EFE2F2A5522E}" destId="{16F19CF8-DBF5-C349-BECD-3A6AFF62883F}" srcOrd="0" destOrd="0" presId="urn:microsoft.com/office/officeart/2005/8/layout/vProcess5"/>
    <dgm:cxn modelId="{C705BC85-78A7-4EBF-AA11-D1D3735C726B}" srcId="{CF407E9C-6E6C-4A64-B535-D26926C606FB}" destId="{DCDE10E9-7346-4275-9441-99D51D445C17}" srcOrd="1" destOrd="0" parTransId="{B47408B2-E6CC-437A-A4AD-876BCA006200}" sibTransId="{042C1EE6-1841-43CB-A3ED-A937988C7486}"/>
    <dgm:cxn modelId="{BD2347A1-52CB-8B48-A7FF-9BE1EBEC96CC}" type="presOf" srcId="{356328AF-6BAD-4B3C-A271-A53830046DBB}" destId="{87E7C743-16DB-CF44-A08C-76957BF1CA4F}" srcOrd="0" destOrd="0" presId="urn:microsoft.com/office/officeart/2005/8/layout/vProcess5"/>
    <dgm:cxn modelId="{BAF791C1-2072-EB42-84A8-1E5990C86F3B}" type="presOf" srcId="{356328AF-6BAD-4B3C-A271-A53830046DBB}" destId="{8540EE11-3868-9A4E-B840-D4CFE3871CBE}" srcOrd="1" destOrd="0" presId="urn:microsoft.com/office/officeart/2005/8/layout/vProcess5"/>
    <dgm:cxn modelId="{CFF9A8CC-476B-964E-84BA-C573E9337CF2}" type="presOf" srcId="{F97ABE4F-BE07-4E03-A4BE-EFE2F2A5522E}" destId="{9482A566-E276-D146-994B-189B1111C1EA}" srcOrd="1" destOrd="0" presId="urn:microsoft.com/office/officeart/2005/8/layout/vProcess5"/>
    <dgm:cxn modelId="{58DA3DDA-9D4E-E74B-958D-7F886076B24B}" type="presParOf" srcId="{651A44B9-1F7A-5647-B0FA-C8579F96F217}" destId="{1DB35CB6-02B9-E348-83CC-1A855775C299}" srcOrd="0" destOrd="0" presId="urn:microsoft.com/office/officeart/2005/8/layout/vProcess5"/>
    <dgm:cxn modelId="{5B6897D5-F1D2-EF4A-8536-D973EF3A4F7A}" type="presParOf" srcId="{651A44B9-1F7A-5647-B0FA-C8579F96F217}" destId="{16F19CF8-DBF5-C349-BECD-3A6AFF62883F}" srcOrd="1" destOrd="0" presId="urn:microsoft.com/office/officeart/2005/8/layout/vProcess5"/>
    <dgm:cxn modelId="{21C63F1A-3BB3-F24E-B969-0F77660484B7}" type="presParOf" srcId="{651A44B9-1F7A-5647-B0FA-C8579F96F217}" destId="{3078A05A-314F-0147-AF1A-FB36E06B48D2}" srcOrd="2" destOrd="0" presId="urn:microsoft.com/office/officeart/2005/8/layout/vProcess5"/>
    <dgm:cxn modelId="{99EEA202-F961-6C47-A6D5-870093D19A28}" type="presParOf" srcId="{651A44B9-1F7A-5647-B0FA-C8579F96F217}" destId="{87E7C743-16DB-CF44-A08C-76957BF1CA4F}" srcOrd="3" destOrd="0" presId="urn:microsoft.com/office/officeart/2005/8/layout/vProcess5"/>
    <dgm:cxn modelId="{9595B1F7-3082-F64D-9401-CCA7EE648724}" type="presParOf" srcId="{651A44B9-1F7A-5647-B0FA-C8579F96F217}" destId="{FFFEC8CB-4405-0E43-8623-BEE4D6010B00}" srcOrd="4" destOrd="0" presId="urn:microsoft.com/office/officeart/2005/8/layout/vProcess5"/>
    <dgm:cxn modelId="{CF769DB7-A655-5041-9AD8-3E588F634022}" type="presParOf" srcId="{651A44B9-1F7A-5647-B0FA-C8579F96F217}" destId="{831AEECB-23B8-1842-9845-8B6431900209}" srcOrd="5" destOrd="0" presId="urn:microsoft.com/office/officeart/2005/8/layout/vProcess5"/>
    <dgm:cxn modelId="{D6A72A56-E60E-CD48-932D-0B2BC512AE7C}" type="presParOf" srcId="{651A44B9-1F7A-5647-B0FA-C8579F96F217}" destId="{9482A566-E276-D146-994B-189B1111C1EA}" srcOrd="6" destOrd="0" presId="urn:microsoft.com/office/officeart/2005/8/layout/vProcess5"/>
    <dgm:cxn modelId="{57765178-B451-DB4A-8A0A-816BAB4051BD}" type="presParOf" srcId="{651A44B9-1F7A-5647-B0FA-C8579F96F217}" destId="{5F58A6BD-8314-4642-8478-ACE182F58E21}" srcOrd="7" destOrd="0" presId="urn:microsoft.com/office/officeart/2005/8/layout/vProcess5"/>
    <dgm:cxn modelId="{77C2E199-83A9-0E45-95DA-A05C48A1DBF8}" type="presParOf" srcId="{651A44B9-1F7A-5647-B0FA-C8579F96F217}" destId="{8540EE11-3868-9A4E-B840-D4CFE3871CB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F891F4D-0727-48E5-BB93-98568D0AA02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60C7D8-95DB-4077-83E3-BE758D4B1076}">
      <dgm:prSet/>
      <dgm:spPr/>
      <dgm:t>
        <a:bodyPr/>
        <a:lstStyle/>
        <a:p>
          <a:r>
            <a:rPr lang="en-US" b="0" i="0"/>
            <a:t>- Gère la logique métier</a:t>
          </a:r>
          <a:endParaRPr lang="en-US"/>
        </a:p>
      </dgm:t>
    </dgm:pt>
    <dgm:pt modelId="{5FA874FD-5C45-45B0-BFD6-92ACFD85F250}" type="parTrans" cxnId="{CEA0C2EE-AA87-4261-8B7D-D7A08861AE10}">
      <dgm:prSet/>
      <dgm:spPr/>
      <dgm:t>
        <a:bodyPr/>
        <a:lstStyle/>
        <a:p>
          <a:endParaRPr lang="en-US"/>
        </a:p>
      </dgm:t>
    </dgm:pt>
    <dgm:pt modelId="{956C2333-E723-4296-A66D-A1FEEE4C3C21}" type="sibTrans" cxnId="{CEA0C2EE-AA87-4261-8B7D-D7A08861AE10}">
      <dgm:prSet/>
      <dgm:spPr/>
      <dgm:t>
        <a:bodyPr/>
        <a:lstStyle/>
        <a:p>
          <a:endParaRPr lang="en-US"/>
        </a:p>
      </dgm:t>
    </dgm:pt>
    <dgm:pt modelId="{F0EC0887-5952-45DD-B2E1-091E028F1DB0}">
      <dgm:prSet/>
      <dgm:spPr/>
      <dgm:t>
        <a:bodyPr/>
        <a:lstStyle/>
        <a:p>
          <a:r>
            <a:rPr lang="en-US" b="0" i="0"/>
            <a:t>- Expose une API</a:t>
          </a:r>
          <a:endParaRPr lang="en-US"/>
        </a:p>
      </dgm:t>
    </dgm:pt>
    <dgm:pt modelId="{C5456EB0-83B0-4875-8585-D8B77CF1CF95}" type="parTrans" cxnId="{91722FFB-245E-44E0-BD5B-F36BCECCEDCF}">
      <dgm:prSet/>
      <dgm:spPr/>
      <dgm:t>
        <a:bodyPr/>
        <a:lstStyle/>
        <a:p>
          <a:endParaRPr lang="en-US"/>
        </a:p>
      </dgm:t>
    </dgm:pt>
    <dgm:pt modelId="{2C7081FD-5745-4E72-AF14-60FEBDD69D77}" type="sibTrans" cxnId="{91722FFB-245E-44E0-BD5B-F36BCECCEDCF}">
      <dgm:prSet/>
      <dgm:spPr/>
      <dgm:t>
        <a:bodyPr/>
        <a:lstStyle/>
        <a:p>
          <a:endParaRPr lang="en-US"/>
        </a:p>
      </dgm:t>
    </dgm:pt>
    <dgm:pt modelId="{3361C9B8-A325-4F89-8493-2EB2B65B5F2C}">
      <dgm:prSet/>
      <dgm:spPr/>
      <dgm:t>
        <a:bodyPr/>
        <a:lstStyle/>
        <a:p>
          <a:r>
            <a:rPr lang="en-US" b="0" i="0"/>
            <a:t>- Connecte la base de données</a:t>
          </a:r>
          <a:endParaRPr lang="en-US"/>
        </a:p>
      </dgm:t>
    </dgm:pt>
    <dgm:pt modelId="{2BEC0DBD-2F04-4936-B9CE-16BF0914B0DE}" type="parTrans" cxnId="{27A570E4-27F3-4BB1-A770-FE06D81FF44B}">
      <dgm:prSet/>
      <dgm:spPr/>
      <dgm:t>
        <a:bodyPr/>
        <a:lstStyle/>
        <a:p>
          <a:endParaRPr lang="en-US"/>
        </a:p>
      </dgm:t>
    </dgm:pt>
    <dgm:pt modelId="{3D194F97-DC2C-4E0A-99AE-25F0EC8D9D49}" type="sibTrans" cxnId="{27A570E4-27F3-4BB1-A770-FE06D81FF44B}">
      <dgm:prSet/>
      <dgm:spPr/>
      <dgm:t>
        <a:bodyPr/>
        <a:lstStyle/>
        <a:p>
          <a:endParaRPr lang="en-US"/>
        </a:p>
      </dgm:t>
    </dgm:pt>
    <dgm:pt modelId="{166357BD-BFD4-41A6-A9B1-B8FC7ADB25C1}">
      <dgm:prSet/>
      <dgm:spPr/>
      <dgm:t>
        <a:bodyPr/>
        <a:lstStyle/>
        <a:p>
          <a:r>
            <a:rPr lang="en-US" b="0" i="0"/>
            <a:t>- Pilote les rôles et droits</a:t>
          </a:r>
          <a:endParaRPr lang="en-US"/>
        </a:p>
      </dgm:t>
    </dgm:pt>
    <dgm:pt modelId="{5867DB44-40FB-431A-9201-63A8D5980A05}" type="parTrans" cxnId="{CE8EE62C-7EBB-483B-8E89-D82C829C21F7}">
      <dgm:prSet/>
      <dgm:spPr/>
      <dgm:t>
        <a:bodyPr/>
        <a:lstStyle/>
        <a:p>
          <a:endParaRPr lang="en-US"/>
        </a:p>
      </dgm:t>
    </dgm:pt>
    <dgm:pt modelId="{970D34A1-27D6-46AB-8444-EE9C24533F25}" type="sibTrans" cxnId="{CE8EE62C-7EBB-483B-8E89-D82C829C21F7}">
      <dgm:prSet/>
      <dgm:spPr/>
      <dgm:t>
        <a:bodyPr/>
        <a:lstStyle/>
        <a:p>
          <a:endParaRPr lang="en-US"/>
        </a:p>
      </dgm:t>
    </dgm:pt>
    <dgm:pt modelId="{C2940864-FF70-094D-B399-39334F459B3B}" type="pres">
      <dgm:prSet presAssocID="{FF891F4D-0727-48E5-BB93-98568D0AA02B}" presName="linear" presStyleCnt="0">
        <dgm:presLayoutVars>
          <dgm:animLvl val="lvl"/>
          <dgm:resizeHandles val="exact"/>
        </dgm:presLayoutVars>
      </dgm:prSet>
      <dgm:spPr/>
    </dgm:pt>
    <dgm:pt modelId="{7B1156B3-AB17-8E48-B0D1-1BA6D30CFB28}" type="pres">
      <dgm:prSet presAssocID="{7E60C7D8-95DB-4077-83E3-BE758D4B107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5B67E5-5EA7-4E4A-AA3C-F957D3CC8C19}" type="pres">
      <dgm:prSet presAssocID="{956C2333-E723-4296-A66D-A1FEEE4C3C21}" presName="spacer" presStyleCnt="0"/>
      <dgm:spPr/>
    </dgm:pt>
    <dgm:pt modelId="{B3AD0206-532C-6D4F-8E3C-487FAA75287D}" type="pres">
      <dgm:prSet presAssocID="{F0EC0887-5952-45DD-B2E1-091E028F1DB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A7D01D2-0441-9743-AB42-D8B5CEC3AFB0}" type="pres">
      <dgm:prSet presAssocID="{2C7081FD-5745-4E72-AF14-60FEBDD69D77}" presName="spacer" presStyleCnt="0"/>
      <dgm:spPr/>
    </dgm:pt>
    <dgm:pt modelId="{2CC249D8-FB8E-B645-8065-901C10612F72}" type="pres">
      <dgm:prSet presAssocID="{3361C9B8-A325-4F89-8493-2EB2B65B5F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EFEBD82-03C2-884B-A84F-7A60BA78FC18}" type="pres">
      <dgm:prSet presAssocID="{3D194F97-DC2C-4E0A-99AE-25F0EC8D9D49}" presName="spacer" presStyleCnt="0"/>
      <dgm:spPr/>
    </dgm:pt>
    <dgm:pt modelId="{16259EB1-AE4E-A049-A987-DCA77DFA1859}" type="pres">
      <dgm:prSet presAssocID="{166357BD-BFD4-41A6-A9B1-B8FC7ADB25C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E8EE62C-7EBB-483B-8E89-D82C829C21F7}" srcId="{FF891F4D-0727-48E5-BB93-98568D0AA02B}" destId="{166357BD-BFD4-41A6-A9B1-B8FC7ADB25C1}" srcOrd="3" destOrd="0" parTransId="{5867DB44-40FB-431A-9201-63A8D5980A05}" sibTransId="{970D34A1-27D6-46AB-8444-EE9C24533F25}"/>
    <dgm:cxn modelId="{A31E8187-3A03-C54E-925F-7AC71B78F8DF}" type="presOf" srcId="{FF891F4D-0727-48E5-BB93-98568D0AA02B}" destId="{C2940864-FF70-094D-B399-39334F459B3B}" srcOrd="0" destOrd="0" presId="urn:microsoft.com/office/officeart/2005/8/layout/vList2"/>
    <dgm:cxn modelId="{9415CB8B-3A5C-BE4B-B1F9-CF2AE9CEF908}" type="presOf" srcId="{166357BD-BFD4-41A6-A9B1-B8FC7ADB25C1}" destId="{16259EB1-AE4E-A049-A987-DCA77DFA1859}" srcOrd="0" destOrd="0" presId="urn:microsoft.com/office/officeart/2005/8/layout/vList2"/>
    <dgm:cxn modelId="{27A570E4-27F3-4BB1-A770-FE06D81FF44B}" srcId="{FF891F4D-0727-48E5-BB93-98568D0AA02B}" destId="{3361C9B8-A325-4F89-8493-2EB2B65B5F2C}" srcOrd="2" destOrd="0" parTransId="{2BEC0DBD-2F04-4936-B9CE-16BF0914B0DE}" sibTransId="{3D194F97-DC2C-4E0A-99AE-25F0EC8D9D49}"/>
    <dgm:cxn modelId="{6218B3EB-B0C7-FA45-A848-C545F7926550}" type="presOf" srcId="{F0EC0887-5952-45DD-B2E1-091E028F1DB0}" destId="{B3AD0206-532C-6D4F-8E3C-487FAA75287D}" srcOrd="0" destOrd="0" presId="urn:microsoft.com/office/officeart/2005/8/layout/vList2"/>
    <dgm:cxn modelId="{CEA0C2EE-AA87-4261-8B7D-D7A08861AE10}" srcId="{FF891F4D-0727-48E5-BB93-98568D0AA02B}" destId="{7E60C7D8-95DB-4077-83E3-BE758D4B1076}" srcOrd="0" destOrd="0" parTransId="{5FA874FD-5C45-45B0-BFD6-92ACFD85F250}" sibTransId="{956C2333-E723-4296-A66D-A1FEEE4C3C21}"/>
    <dgm:cxn modelId="{A6AB46F5-AE13-194F-A074-648194E55156}" type="presOf" srcId="{3361C9B8-A325-4F89-8493-2EB2B65B5F2C}" destId="{2CC249D8-FB8E-B645-8065-901C10612F72}" srcOrd="0" destOrd="0" presId="urn:microsoft.com/office/officeart/2005/8/layout/vList2"/>
    <dgm:cxn modelId="{D62E38F9-B053-BF49-8BFF-5AC9C0ED1A7A}" type="presOf" srcId="{7E60C7D8-95DB-4077-83E3-BE758D4B1076}" destId="{7B1156B3-AB17-8E48-B0D1-1BA6D30CFB28}" srcOrd="0" destOrd="0" presId="urn:microsoft.com/office/officeart/2005/8/layout/vList2"/>
    <dgm:cxn modelId="{91722FFB-245E-44E0-BD5B-F36BCECCEDCF}" srcId="{FF891F4D-0727-48E5-BB93-98568D0AA02B}" destId="{F0EC0887-5952-45DD-B2E1-091E028F1DB0}" srcOrd="1" destOrd="0" parTransId="{C5456EB0-83B0-4875-8585-D8B77CF1CF95}" sibTransId="{2C7081FD-5745-4E72-AF14-60FEBDD69D77}"/>
    <dgm:cxn modelId="{0C32CD1A-B0B5-D54D-8D8B-DC8481F02AD8}" type="presParOf" srcId="{C2940864-FF70-094D-B399-39334F459B3B}" destId="{7B1156B3-AB17-8E48-B0D1-1BA6D30CFB28}" srcOrd="0" destOrd="0" presId="urn:microsoft.com/office/officeart/2005/8/layout/vList2"/>
    <dgm:cxn modelId="{C3BD9694-62F3-7D4D-BF98-F36491892810}" type="presParOf" srcId="{C2940864-FF70-094D-B399-39334F459B3B}" destId="{315B67E5-5EA7-4E4A-AA3C-F957D3CC8C19}" srcOrd="1" destOrd="0" presId="urn:microsoft.com/office/officeart/2005/8/layout/vList2"/>
    <dgm:cxn modelId="{5A109F30-05C3-034B-895B-B115831677B2}" type="presParOf" srcId="{C2940864-FF70-094D-B399-39334F459B3B}" destId="{B3AD0206-532C-6D4F-8E3C-487FAA75287D}" srcOrd="2" destOrd="0" presId="urn:microsoft.com/office/officeart/2005/8/layout/vList2"/>
    <dgm:cxn modelId="{DDE7BC24-41B0-2542-A959-C3971F8D111F}" type="presParOf" srcId="{C2940864-FF70-094D-B399-39334F459B3B}" destId="{DA7D01D2-0441-9743-AB42-D8B5CEC3AFB0}" srcOrd="3" destOrd="0" presId="urn:microsoft.com/office/officeart/2005/8/layout/vList2"/>
    <dgm:cxn modelId="{103554B6-AF42-7749-B015-3A0B938E5E16}" type="presParOf" srcId="{C2940864-FF70-094D-B399-39334F459B3B}" destId="{2CC249D8-FB8E-B645-8065-901C10612F72}" srcOrd="4" destOrd="0" presId="urn:microsoft.com/office/officeart/2005/8/layout/vList2"/>
    <dgm:cxn modelId="{45911E84-4A92-3742-AC85-85749C774302}" type="presParOf" srcId="{C2940864-FF70-094D-B399-39334F459B3B}" destId="{CEFEBD82-03C2-884B-A84F-7A60BA78FC18}" srcOrd="5" destOrd="0" presId="urn:microsoft.com/office/officeart/2005/8/layout/vList2"/>
    <dgm:cxn modelId="{9B7030DF-06D4-E141-9A89-B4095FDDFE82}" type="presParOf" srcId="{C2940864-FF70-094D-B399-39334F459B3B}" destId="{16259EB1-AE4E-A049-A987-DCA77DFA185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A1BAB1-5D2A-4611-A190-2CE8B42D194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4F98C76-3002-4B73-9A28-DAA46EB516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Employés : déclarer leurs horaires, consulter leur dashboard</a:t>
          </a:r>
        </a:p>
      </dgm:t>
    </dgm:pt>
    <dgm:pt modelId="{91BC4E0B-8B55-4951-B48E-F3EC633B14F5}" type="parTrans" cxnId="{3D576DA9-8FB4-4C59-B816-F8B901195784}">
      <dgm:prSet/>
      <dgm:spPr/>
      <dgm:t>
        <a:bodyPr/>
        <a:lstStyle/>
        <a:p>
          <a:endParaRPr lang="en-US"/>
        </a:p>
      </dgm:t>
    </dgm:pt>
    <dgm:pt modelId="{38AC1358-6612-472C-8998-9CA6B6FC665A}" type="sibTrans" cxnId="{3D576DA9-8FB4-4C59-B816-F8B901195784}">
      <dgm:prSet/>
      <dgm:spPr/>
      <dgm:t>
        <a:bodyPr/>
        <a:lstStyle/>
        <a:p>
          <a:endParaRPr lang="en-US"/>
        </a:p>
      </dgm:t>
    </dgm:pt>
    <dgm:pt modelId="{A63FE211-05F6-4006-B502-30F3074E807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/>
            <a:t>-</a:t>
          </a:r>
          <a:r>
            <a:rPr lang="en-US"/>
            <a:t> Managers : gérer les équipes, analyser les KPIs, suivre les horaires</a:t>
          </a:r>
        </a:p>
      </dgm:t>
    </dgm:pt>
    <dgm:pt modelId="{E078C371-EF4A-470F-99E8-ECD71B1F7DA2}" type="parTrans" cxnId="{054F7FB2-A4A6-439B-AE62-E3CAA821A780}">
      <dgm:prSet/>
      <dgm:spPr/>
      <dgm:t>
        <a:bodyPr/>
        <a:lstStyle/>
        <a:p>
          <a:endParaRPr lang="en-US"/>
        </a:p>
      </dgm:t>
    </dgm:pt>
    <dgm:pt modelId="{0A5D0A01-0AD5-4745-891D-41C2D7050793}" type="sibTrans" cxnId="{054F7FB2-A4A6-439B-AE62-E3CAA821A780}">
      <dgm:prSet/>
      <dgm:spPr/>
      <dgm:t>
        <a:bodyPr/>
        <a:lstStyle/>
        <a:p>
          <a:endParaRPr lang="en-US"/>
        </a:p>
      </dgm:t>
    </dgm:pt>
    <dgm:pt modelId="{2EFE0F8C-26ED-4CD3-A300-DAAC61E9724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/>
            <a:t>- </a:t>
          </a:r>
          <a:r>
            <a:rPr lang="en-US"/>
            <a:t>Objectif : limiter l’accès aux bonnes fonctionnalités</a:t>
          </a:r>
        </a:p>
      </dgm:t>
    </dgm:pt>
    <dgm:pt modelId="{8D616E59-FDD2-4D3F-96AE-23CA88D94E76}" type="parTrans" cxnId="{19495552-AD8E-4D74-B8EA-E54326663D4A}">
      <dgm:prSet/>
      <dgm:spPr/>
      <dgm:t>
        <a:bodyPr/>
        <a:lstStyle/>
        <a:p>
          <a:endParaRPr lang="en-US"/>
        </a:p>
      </dgm:t>
    </dgm:pt>
    <dgm:pt modelId="{9E861D0F-F358-44B2-97C4-02530AFC47BD}" type="sibTrans" cxnId="{19495552-AD8E-4D74-B8EA-E54326663D4A}">
      <dgm:prSet/>
      <dgm:spPr/>
      <dgm:t>
        <a:bodyPr/>
        <a:lstStyle/>
        <a:p>
          <a:endParaRPr lang="en-US"/>
        </a:p>
      </dgm:t>
    </dgm:pt>
    <dgm:pt modelId="{EA6E1142-EB86-4780-84C8-8F628435E74F}" type="pres">
      <dgm:prSet presAssocID="{D4A1BAB1-5D2A-4611-A190-2CE8B42D194F}" presName="root" presStyleCnt="0">
        <dgm:presLayoutVars>
          <dgm:dir/>
          <dgm:resizeHandles val="exact"/>
        </dgm:presLayoutVars>
      </dgm:prSet>
      <dgm:spPr/>
    </dgm:pt>
    <dgm:pt modelId="{E108FA8D-8825-4C03-861F-4507E91C0269}" type="pres">
      <dgm:prSet presAssocID="{D4F98C76-3002-4B73-9A28-DAA46EB5166F}" presName="compNode" presStyleCnt="0"/>
      <dgm:spPr/>
    </dgm:pt>
    <dgm:pt modelId="{7E727E5B-C9D9-442A-A647-CBD4CD982DCF}" type="pres">
      <dgm:prSet presAssocID="{D4F98C76-3002-4B73-9A28-DAA46EB5166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89A0EC0-F649-4341-8F67-3E265743CEF1}" type="pres">
      <dgm:prSet presAssocID="{D4F98C76-3002-4B73-9A28-DAA46EB516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9EEDA68-D226-41CD-94E6-A248D3EB2E9E}" type="pres">
      <dgm:prSet presAssocID="{D4F98C76-3002-4B73-9A28-DAA46EB5166F}" presName="spaceRect" presStyleCnt="0"/>
      <dgm:spPr/>
    </dgm:pt>
    <dgm:pt modelId="{0B305651-E225-44D6-9EC1-1410B97DAE16}" type="pres">
      <dgm:prSet presAssocID="{D4F98C76-3002-4B73-9A28-DAA46EB5166F}" presName="textRect" presStyleLbl="revTx" presStyleIdx="0" presStyleCnt="3">
        <dgm:presLayoutVars>
          <dgm:chMax val="1"/>
          <dgm:chPref val="1"/>
        </dgm:presLayoutVars>
      </dgm:prSet>
      <dgm:spPr/>
    </dgm:pt>
    <dgm:pt modelId="{5E744866-54A9-4C8A-B9D5-65EF860298A4}" type="pres">
      <dgm:prSet presAssocID="{38AC1358-6612-472C-8998-9CA6B6FC665A}" presName="sibTrans" presStyleCnt="0"/>
      <dgm:spPr/>
    </dgm:pt>
    <dgm:pt modelId="{4F41A23C-5963-45EA-8C75-1C17EDBEA16D}" type="pres">
      <dgm:prSet presAssocID="{A63FE211-05F6-4006-B502-30F3074E8073}" presName="compNode" presStyleCnt="0"/>
      <dgm:spPr/>
    </dgm:pt>
    <dgm:pt modelId="{7858A175-B3EF-4FDF-9577-8D33EBD4D2E7}" type="pres">
      <dgm:prSet presAssocID="{A63FE211-05F6-4006-B502-30F3074E807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9FF2F20-E965-4A9F-A52A-358360900171}" type="pres">
      <dgm:prSet presAssocID="{A63FE211-05F6-4006-B502-30F3074E807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8528A3A-9E18-401A-AA97-C8FEC28C61DA}" type="pres">
      <dgm:prSet presAssocID="{A63FE211-05F6-4006-B502-30F3074E8073}" presName="spaceRect" presStyleCnt="0"/>
      <dgm:spPr/>
    </dgm:pt>
    <dgm:pt modelId="{0FCCCADC-DE63-4BC2-845E-7596D68D9619}" type="pres">
      <dgm:prSet presAssocID="{A63FE211-05F6-4006-B502-30F3074E8073}" presName="textRect" presStyleLbl="revTx" presStyleIdx="1" presStyleCnt="3">
        <dgm:presLayoutVars>
          <dgm:chMax val="1"/>
          <dgm:chPref val="1"/>
        </dgm:presLayoutVars>
      </dgm:prSet>
      <dgm:spPr/>
    </dgm:pt>
    <dgm:pt modelId="{AE025A0D-7EF0-4EEF-81F6-FE3120BA46B2}" type="pres">
      <dgm:prSet presAssocID="{0A5D0A01-0AD5-4745-891D-41C2D7050793}" presName="sibTrans" presStyleCnt="0"/>
      <dgm:spPr/>
    </dgm:pt>
    <dgm:pt modelId="{D69DF31E-ABFE-4D75-8FE6-B701697F9CF7}" type="pres">
      <dgm:prSet presAssocID="{2EFE0F8C-26ED-4CD3-A300-DAAC61E97242}" presName="compNode" presStyleCnt="0"/>
      <dgm:spPr/>
    </dgm:pt>
    <dgm:pt modelId="{6756C10B-E450-447F-93F1-07547BEE890D}" type="pres">
      <dgm:prSet presAssocID="{2EFE0F8C-26ED-4CD3-A300-DAAC61E9724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D411D4C-2342-4E8C-BF86-DF303B1EE0CC}" type="pres">
      <dgm:prSet presAssocID="{2EFE0F8C-26ED-4CD3-A300-DAAC61E972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A8BEB899-6072-4940-8F23-0BE8246D015D}" type="pres">
      <dgm:prSet presAssocID="{2EFE0F8C-26ED-4CD3-A300-DAAC61E97242}" presName="spaceRect" presStyleCnt="0"/>
      <dgm:spPr/>
    </dgm:pt>
    <dgm:pt modelId="{03F5B431-33DE-4DEC-A875-263C082A034E}" type="pres">
      <dgm:prSet presAssocID="{2EFE0F8C-26ED-4CD3-A300-DAAC61E9724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19AB81B-3210-AC40-B9F1-847E5DACF56F}" type="presOf" srcId="{A63FE211-05F6-4006-B502-30F3074E8073}" destId="{0FCCCADC-DE63-4BC2-845E-7596D68D9619}" srcOrd="0" destOrd="0" presId="urn:microsoft.com/office/officeart/2018/5/layout/IconLeafLabelList"/>
    <dgm:cxn modelId="{3970663E-7B4D-2E4A-93F7-77850D35660E}" type="presOf" srcId="{2EFE0F8C-26ED-4CD3-A300-DAAC61E97242}" destId="{03F5B431-33DE-4DEC-A875-263C082A034E}" srcOrd="0" destOrd="0" presId="urn:microsoft.com/office/officeart/2018/5/layout/IconLeafLabelList"/>
    <dgm:cxn modelId="{19495552-AD8E-4D74-B8EA-E54326663D4A}" srcId="{D4A1BAB1-5D2A-4611-A190-2CE8B42D194F}" destId="{2EFE0F8C-26ED-4CD3-A300-DAAC61E97242}" srcOrd="2" destOrd="0" parTransId="{8D616E59-FDD2-4D3F-96AE-23CA88D94E76}" sibTransId="{9E861D0F-F358-44B2-97C4-02530AFC47BD}"/>
    <dgm:cxn modelId="{3D576DA9-8FB4-4C59-B816-F8B901195784}" srcId="{D4A1BAB1-5D2A-4611-A190-2CE8B42D194F}" destId="{D4F98C76-3002-4B73-9A28-DAA46EB5166F}" srcOrd="0" destOrd="0" parTransId="{91BC4E0B-8B55-4951-B48E-F3EC633B14F5}" sibTransId="{38AC1358-6612-472C-8998-9CA6B6FC665A}"/>
    <dgm:cxn modelId="{054F7FB2-A4A6-439B-AE62-E3CAA821A780}" srcId="{D4A1BAB1-5D2A-4611-A190-2CE8B42D194F}" destId="{A63FE211-05F6-4006-B502-30F3074E8073}" srcOrd="1" destOrd="0" parTransId="{E078C371-EF4A-470F-99E8-ECD71B1F7DA2}" sibTransId="{0A5D0A01-0AD5-4745-891D-41C2D7050793}"/>
    <dgm:cxn modelId="{545719CF-FF3D-494D-BBCA-0F91F43A4AC5}" type="presOf" srcId="{D4A1BAB1-5D2A-4611-A190-2CE8B42D194F}" destId="{EA6E1142-EB86-4780-84C8-8F628435E74F}" srcOrd="0" destOrd="0" presId="urn:microsoft.com/office/officeart/2018/5/layout/IconLeafLabelList"/>
    <dgm:cxn modelId="{B768F2FB-DF91-0544-92ED-E7E826543A8C}" type="presOf" srcId="{D4F98C76-3002-4B73-9A28-DAA46EB5166F}" destId="{0B305651-E225-44D6-9EC1-1410B97DAE16}" srcOrd="0" destOrd="0" presId="urn:microsoft.com/office/officeart/2018/5/layout/IconLeafLabelList"/>
    <dgm:cxn modelId="{D96B06EC-A65B-014A-83E4-1214175F118B}" type="presParOf" srcId="{EA6E1142-EB86-4780-84C8-8F628435E74F}" destId="{E108FA8D-8825-4C03-861F-4507E91C0269}" srcOrd="0" destOrd="0" presId="urn:microsoft.com/office/officeart/2018/5/layout/IconLeafLabelList"/>
    <dgm:cxn modelId="{40E050BC-206D-3F4C-941D-20322293FA57}" type="presParOf" srcId="{E108FA8D-8825-4C03-861F-4507E91C0269}" destId="{7E727E5B-C9D9-442A-A647-CBD4CD982DCF}" srcOrd="0" destOrd="0" presId="urn:microsoft.com/office/officeart/2018/5/layout/IconLeafLabelList"/>
    <dgm:cxn modelId="{B40201EC-F52D-C34F-994A-72388021AB0B}" type="presParOf" srcId="{E108FA8D-8825-4C03-861F-4507E91C0269}" destId="{289A0EC0-F649-4341-8F67-3E265743CEF1}" srcOrd="1" destOrd="0" presId="urn:microsoft.com/office/officeart/2018/5/layout/IconLeafLabelList"/>
    <dgm:cxn modelId="{193DBB0B-32B8-F04D-963A-F485AC04F7FB}" type="presParOf" srcId="{E108FA8D-8825-4C03-861F-4507E91C0269}" destId="{89EEDA68-D226-41CD-94E6-A248D3EB2E9E}" srcOrd="2" destOrd="0" presId="urn:microsoft.com/office/officeart/2018/5/layout/IconLeafLabelList"/>
    <dgm:cxn modelId="{F32C9A58-612F-8840-A4B4-F6F89A7C31C0}" type="presParOf" srcId="{E108FA8D-8825-4C03-861F-4507E91C0269}" destId="{0B305651-E225-44D6-9EC1-1410B97DAE16}" srcOrd="3" destOrd="0" presId="urn:microsoft.com/office/officeart/2018/5/layout/IconLeafLabelList"/>
    <dgm:cxn modelId="{5A7D9E55-1E51-3C45-82EA-0BAB65D15CA5}" type="presParOf" srcId="{EA6E1142-EB86-4780-84C8-8F628435E74F}" destId="{5E744866-54A9-4C8A-B9D5-65EF860298A4}" srcOrd="1" destOrd="0" presId="urn:microsoft.com/office/officeart/2018/5/layout/IconLeafLabelList"/>
    <dgm:cxn modelId="{B941D5FE-82C1-4545-ABFD-30F374E84858}" type="presParOf" srcId="{EA6E1142-EB86-4780-84C8-8F628435E74F}" destId="{4F41A23C-5963-45EA-8C75-1C17EDBEA16D}" srcOrd="2" destOrd="0" presId="urn:microsoft.com/office/officeart/2018/5/layout/IconLeafLabelList"/>
    <dgm:cxn modelId="{B3FE152B-7375-434F-A838-D7FBCDC0B8BC}" type="presParOf" srcId="{4F41A23C-5963-45EA-8C75-1C17EDBEA16D}" destId="{7858A175-B3EF-4FDF-9577-8D33EBD4D2E7}" srcOrd="0" destOrd="0" presId="urn:microsoft.com/office/officeart/2018/5/layout/IconLeafLabelList"/>
    <dgm:cxn modelId="{6DD7F0EC-5D3B-6F4F-AF38-EC050F82B7FB}" type="presParOf" srcId="{4F41A23C-5963-45EA-8C75-1C17EDBEA16D}" destId="{E9FF2F20-E965-4A9F-A52A-358360900171}" srcOrd="1" destOrd="0" presId="urn:microsoft.com/office/officeart/2018/5/layout/IconLeafLabelList"/>
    <dgm:cxn modelId="{68AC826C-4E72-2E4B-8496-E620446F52F7}" type="presParOf" srcId="{4F41A23C-5963-45EA-8C75-1C17EDBEA16D}" destId="{78528A3A-9E18-401A-AA97-C8FEC28C61DA}" srcOrd="2" destOrd="0" presId="urn:microsoft.com/office/officeart/2018/5/layout/IconLeafLabelList"/>
    <dgm:cxn modelId="{FF9B0377-36FF-2042-A30B-01151FAD0AB0}" type="presParOf" srcId="{4F41A23C-5963-45EA-8C75-1C17EDBEA16D}" destId="{0FCCCADC-DE63-4BC2-845E-7596D68D9619}" srcOrd="3" destOrd="0" presId="urn:microsoft.com/office/officeart/2018/5/layout/IconLeafLabelList"/>
    <dgm:cxn modelId="{2A836364-72B0-FB40-8C63-794285DA26FF}" type="presParOf" srcId="{EA6E1142-EB86-4780-84C8-8F628435E74F}" destId="{AE025A0D-7EF0-4EEF-81F6-FE3120BA46B2}" srcOrd="3" destOrd="0" presId="urn:microsoft.com/office/officeart/2018/5/layout/IconLeafLabelList"/>
    <dgm:cxn modelId="{4B38C7D7-FB52-E542-A236-19A0CB34F6F9}" type="presParOf" srcId="{EA6E1142-EB86-4780-84C8-8F628435E74F}" destId="{D69DF31E-ABFE-4D75-8FE6-B701697F9CF7}" srcOrd="4" destOrd="0" presId="urn:microsoft.com/office/officeart/2018/5/layout/IconLeafLabelList"/>
    <dgm:cxn modelId="{983EEB9F-EB4B-F444-A612-604519E8AB5A}" type="presParOf" srcId="{D69DF31E-ABFE-4D75-8FE6-B701697F9CF7}" destId="{6756C10B-E450-447F-93F1-07547BEE890D}" srcOrd="0" destOrd="0" presId="urn:microsoft.com/office/officeart/2018/5/layout/IconLeafLabelList"/>
    <dgm:cxn modelId="{563995D5-8186-3643-920A-96095CA10FFB}" type="presParOf" srcId="{D69DF31E-ABFE-4D75-8FE6-B701697F9CF7}" destId="{6D411D4C-2342-4E8C-BF86-DF303B1EE0CC}" srcOrd="1" destOrd="0" presId="urn:microsoft.com/office/officeart/2018/5/layout/IconLeafLabelList"/>
    <dgm:cxn modelId="{C4B7C622-CF90-4A45-83C7-2425E1A47094}" type="presParOf" srcId="{D69DF31E-ABFE-4D75-8FE6-B701697F9CF7}" destId="{A8BEB899-6072-4940-8F23-0BE8246D015D}" srcOrd="2" destOrd="0" presId="urn:microsoft.com/office/officeart/2018/5/layout/IconLeafLabelList"/>
    <dgm:cxn modelId="{132BBCAB-283D-9544-A02C-B26B3FEB9485}" type="presParOf" srcId="{D69DF31E-ABFE-4D75-8FE6-B701697F9CF7}" destId="{03F5B431-33DE-4DEC-A875-263C082A034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BE5ACF4-F370-4791-AF3C-E9AF8BB4CA2D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0D0291-075C-462D-B4DF-6C6A24703B43}">
      <dgm:prSet/>
      <dgm:spPr/>
      <dgm:t>
        <a:bodyPr/>
        <a:lstStyle/>
        <a:p>
          <a:r>
            <a:rPr lang="en-US"/>
            <a:t>- Lateness rate (taux de retard)</a:t>
          </a:r>
        </a:p>
      </dgm:t>
    </dgm:pt>
    <dgm:pt modelId="{2539CBFF-9A76-43D9-A4D1-E3719341B818}" type="parTrans" cxnId="{811F25FC-B8C0-411B-8428-6506B48DAA39}">
      <dgm:prSet/>
      <dgm:spPr/>
      <dgm:t>
        <a:bodyPr/>
        <a:lstStyle/>
        <a:p>
          <a:endParaRPr lang="en-US"/>
        </a:p>
      </dgm:t>
    </dgm:pt>
    <dgm:pt modelId="{7CDEB96A-8552-4584-A106-F10825F4A675}" type="sibTrans" cxnId="{811F25FC-B8C0-411B-8428-6506B48DAA39}">
      <dgm:prSet/>
      <dgm:spPr/>
      <dgm:t>
        <a:bodyPr/>
        <a:lstStyle/>
        <a:p>
          <a:endParaRPr lang="en-US"/>
        </a:p>
      </dgm:t>
    </dgm:pt>
    <dgm:pt modelId="{9996CBC8-8201-4407-B64D-D5981C0D3393}">
      <dgm:prSet/>
      <dgm:spPr/>
      <dgm:t>
        <a:bodyPr/>
        <a:lstStyle/>
        <a:p>
          <a:r>
            <a:rPr lang="en-US"/>
            <a:t>- Temps de travail moyen par période</a:t>
          </a:r>
        </a:p>
      </dgm:t>
    </dgm:pt>
    <dgm:pt modelId="{A3BAF04B-DD9E-44B3-8897-0E4B53CEB771}" type="parTrans" cxnId="{D88C0604-EE26-48D5-BD3E-618A91423F22}">
      <dgm:prSet/>
      <dgm:spPr/>
      <dgm:t>
        <a:bodyPr/>
        <a:lstStyle/>
        <a:p>
          <a:endParaRPr lang="en-US"/>
        </a:p>
      </dgm:t>
    </dgm:pt>
    <dgm:pt modelId="{66A06A4D-FCDB-40B4-9FFA-28345AA943B8}" type="sibTrans" cxnId="{D88C0604-EE26-48D5-BD3E-618A91423F22}">
      <dgm:prSet/>
      <dgm:spPr/>
      <dgm:t>
        <a:bodyPr/>
        <a:lstStyle/>
        <a:p>
          <a:endParaRPr lang="en-US"/>
        </a:p>
      </dgm:t>
    </dgm:pt>
    <dgm:pt modelId="{D4F7B0F2-24A4-479E-B8AC-8B9B4072794A}">
      <dgm:prSet/>
      <dgm:spPr/>
      <dgm:t>
        <a:bodyPr/>
        <a:lstStyle/>
        <a:p>
          <a:r>
            <a:rPr lang="en-US"/>
            <a:t>- Assiduité / Présence</a:t>
          </a:r>
        </a:p>
      </dgm:t>
    </dgm:pt>
    <dgm:pt modelId="{ACE290D0-9CA3-4E59-AC5D-47E804D04875}" type="parTrans" cxnId="{038EF1D5-04F3-403A-BD9E-632F0E48C219}">
      <dgm:prSet/>
      <dgm:spPr/>
      <dgm:t>
        <a:bodyPr/>
        <a:lstStyle/>
        <a:p>
          <a:endParaRPr lang="en-US"/>
        </a:p>
      </dgm:t>
    </dgm:pt>
    <dgm:pt modelId="{27E9003B-BD74-4FCF-A893-F8A794088CEE}" type="sibTrans" cxnId="{038EF1D5-04F3-403A-BD9E-632F0E48C219}">
      <dgm:prSet/>
      <dgm:spPr/>
      <dgm:t>
        <a:bodyPr/>
        <a:lstStyle/>
        <a:p>
          <a:endParaRPr lang="en-US"/>
        </a:p>
      </dgm:t>
    </dgm:pt>
    <dgm:pt modelId="{E170981C-5564-4F55-9E35-6FF325878414}">
      <dgm:prSet/>
      <dgm:spPr/>
      <dgm:t>
        <a:bodyPr/>
        <a:lstStyle/>
        <a:p>
          <a:r>
            <a:rPr lang="fr-FR"/>
            <a:t>-</a:t>
          </a:r>
          <a:r>
            <a:rPr lang="en-US"/>
            <a:t>⚠️ Choisir selon besoins de l’entreprise</a:t>
          </a:r>
        </a:p>
      </dgm:t>
    </dgm:pt>
    <dgm:pt modelId="{AAC79535-9671-4D49-9000-62E0827E3AAB}" type="parTrans" cxnId="{29CBF929-E55F-4097-B6B9-04E91E2F667D}">
      <dgm:prSet/>
      <dgm:spPr/>
      <dgm:t>
        <a:bodyPr/>
        <a:lstStyle/>
        <a:p>
          <a:endParaRPr lang="en-US"/>
        </a:p>
      </dgm:t>
    </dgm:pt>
    <dgm:pt modelId="{909BD2D9-34F6-4B05-9280-E3E5494B5DE0}" type="sibTrans" cxnId="{29CBF929-E55F-4097-B6B9-04E91E2F667D}">
      <dgm:prSet/>
      <dgm:spPr/>
      <dgm:t>
        <a:bodyPr/>
        <a:lstStyle/>
        <a:p>
          <a:endParaRPr lang="en-US"/>
        </a:p>
      </dgm:t>
    </dgm:pt>
    <dgm:pt modelId="{9C2019F9-FAED-BE41-87E0-2CF3BE9D4595}" type="pres">
      <dgm:prSet presAssocID="{FBE5ACF4-F370-4791-AF3C-E9AF8BB4CA2D}" presName="Name0" presStyleCnt="0">
        <dgm:presLayoutVars>
          <dgm:dir/>
          <dgm:animLvl val="lvl"/>
          <dgm:resizeHandles val="exact"/>
        </dgm:presLayoutVars>
      </dgm:prSet>
      <dgm:spPr/>
    </dgm:pt>
    <dgm:pt modelId="{972BA1A8-6462-C544-8620-44F000544DAD}" type="pres">
      <dgm:prSet presAssocID="{0F0D0291-075C-462D-B4DF-6C6A24703B43}" presName="linNode" presStyleCnt="0"/>
      <dgm:spPr/>
    </dgm:pt>
    <dgm:pt modelId="{8EA57285-19EE-234B-B029-B84D12AEB32C}" type="pres">
      <dgm:prSet presAssocID="{0F0D0291-075C-462D-B4DF-6C6A24703B4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92BEF47-C24F-0745-B238-F1AD12F8D23F}" type="pres">
      <dgm:prSet presAssocID="{7CDEB96A-8552-4584-A106-F10825F4A675}" presName="sp" presStyleCnt="0"/>
      <dgm:spPr/>
    </dgm:pt>
    <dgm:pt modelId="{2AC5AF4B-21CF-8E42-B697-69B1DC52BB7F}" type="pres">
      <dgm:prSet presAssocID="{9996CBC8-8201-4407-B64D-D5981C0D3393}" presName="linNode" presStyleCnt="0"/>
      <dgm:spPr/>
    </dgm:pt>
    <dgm:pt modelId="{D90F3D12-BCE5-F946-BCAD-89860F989C4E}" type="pres">
      <dgm:prSet presAssocID="{9996CBC8-8201-4407-B64D-D5981C0D339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86C6024-0D9B-DA47-AAF2-94AE7EE28DF3}" type="pres">
      <dgm:prSet presAssocID="{66A06A4D-FCDB-40B4-9FFA-28345AA943B8}" presName="sp" presStyleCnt="0"/>
      <dgm:spPr/>
    </dgm:pt>
    <dgm:pt modelId="{1C13464D-2435-AB45-9004-244CF062E3BD}" type="pres">
      <dgm:prSet presAssocID="{D4F7B0F2-24A4-479E-B8AC-8B9B4072794A}" presName="linNode" presStyleCnt="0"/>
      <dgm:spPr/>
    </dgm:pt>
    <dgm:pt modelId="{E109C8D8-10FD-E049-83F0-5C12BB499719}" type="pres">
      <dgm:prSet presAssocID="{D4F7B0F2-24A4-479E-B8AC-8B9B4072794A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E3069ACC-5081-0942-8F4A-BE77282C17ED}" type="pres">
      <dgm:prSet presAssocID="{27E9003B-BD74-4FCF-A893-F8A794088CEE}" presName="sp" presStyleCnt="0"/>
      <dgm:spPr/>
    </dgm:pt>
    <dgm:pt modelId="{CA2EE5B3-DF95-BE4C-A53C-B42874221207}" type="pres">
      <dgm:prSet presAssocID="{E170981C-5564-4F55-9E35-6FF325878414}" presName="linNode" presStyleCnt="0"/>
      <dgm:spPr/>
    </dgm:pt>
    <dgm:pt modelId="{EA44A8B6-4D9D-8B4E-A994-332673409AC8}" type="pres">
      <dgm:prSet presAssocID="{E170981C-5564-4F55-9E35-6FF325878414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D88C0604-EE26-48D5-BD3E-618A91423F22}" srcId="{FBE5ACF4-F370-4791-AF3C-E9AF8BB4CA2D}" destId="{9996CBC8-8201-4407-B64D-D5981C0D3393}" srcOrd="1" destOrd="0" parTransId="{A3BAF04B-DD9E-44B3-8897-0E4B53CEB771}" sibTransId="{66A06A4D-FCDB-40B4-9FFA-28345AA943B8}"/>
    <dgm:cxn modelId="{29CBF929-E55F-4097-B6B9-04E91E2F667D}" srcId="{FBE5ACF4-F370-4791-AF3C-E9AF8BB4CA2D}" destId="{E170981C-5564-4F55-9E35-6FF325878414}" srcOrd="3" destOrd="0" parTransId="{AAC79535-9671-4D49-9000-62E0827E3AAB}" sibTransId="{909BD2D9-34F6-4B05-9280-E3E5494B5DE0}"/>
    <dgm:cxn modelId="{59342736-EF65-5A4C-A448-66E0B52BCD36}" type="presOf" srcId="{0F0D0291-075C-462D-B4DF-6C6A24703B43}" destId="{8EA57285-19EE-234B-B029-B84D12AEB32C}" srcOrd="0" destOrd="0" presId="urn:microsoft.com/office/officeart/2005/8/layout/vList5"/>
    <dgm:cxn modelId="{B3876751-B4D7-BA45-9FFC-785F3F6BEEC6}" type="presOf" srcId="{FBE5ACF4-F370-4791-AF3C-E9AF8BB4CA2D}" destId="{9C2019F9-FAED-BE41-87E0-2CF3BE9D4595}" srcOrd="0" destOrd="0" presId="urn:microsoft.com/office/officeart/2005/8/layout/vList5"/>
    <dgm:cxn modelId="{BFA2DFC8-67B0-B945-80C1-D443F74068D7}" type="presOf" srcId="{E170981C-5564-4F55-9E35-6FF325878414}" destId="{EA44A8B6-4D9D-8B4E-A994-332673409AC8}" srcOrd="0" destOrd="0" presId="urn:microsoft.com/office/officeart/2005/8/layout/vList5"/>
    <dgm:cxn modelId="{038EF1D5-04F3-403A-BD9E-632F0E48C219}" srcId="{FBE5ACF4-F370-4791-AF3C-E9AF8BB4CA2D}" destId="{D4F7B0F2-24A4-479E-B8AC-8B9B4072794A}" srcOrd="2" destOrd="0" parTransId="{ACE290D0-9CA3-4E59-AC5D-47E804D04875}" sibTransId="{27E9003B-BD74-4FCF-A893-F8A794088CEE}"/>
    <dgm:cxn modelId="{345451DB-F0C0-3449-9601-E4DA58C6AEC8}" type="presOf" srcId="{9996CBC8-8201-4407-B64D-D5981C0D3393}" destId="{D90F3D12-BCE5-F946-BCAD-89860F989C4E}" srcOrd="0" destOrd="0" presId="urn:microsoft.com/office/officeart/2005/8/layout/vList5"/>
    <dgm:cxn modelId="{D717E4DB-A93A-3946-AD5D-AB33303558C9}" type="presOf" srcId="{D4F7B0F2-24A4-479E-B8AC-8B9B4072794A}" destId="{E109C8D8-10FD-E049-83F0-5C12BB499719}" srcOrd="0" destOrd="0" presId="urn:microsoft.com/office/officeart/2005/8/layout/vList5"/>
    <dgm:cxn modelId="{811F25FC-B8C0-411B-8428-6506B48DAA39}" srcId="{FBE5ACF4-F370-4791-AF3C-E9AF8BB4CA2D}" destId="{0F0D0291-075C-462D-B4DF-6C6A24703B43}" srcOrd="0" destOrd="0" parTransId="{2539CBFF-9A76-43D9-A4D1-E3719341B818}" sibTransId="{7CDEB96A-8552-4584-A106-F10825F4A675}"/>
    <dgm:cxn modelId="{04B520FE-A88F-764C-B2DD-D50544C7420F}" type="presParOf" srcId="{9C2019F9-FAED-BE41-87E0-2CF3BE9D4595}" destId="{972BA1A8-6462-C544-8620-44F000544DAD}" srcOrd="0" destOrd="0" presId="urn:microsoft.com/office/officeart/2005/8/layout/vList5"/>
    <dgm:cxn modelId="{C12C30B8-0107-0846-93A8-A0C99FDD5006}" type="presParOf" srcId="{972BA1A8-6462-C544-8620-44F000544DAD}" destId="{8EA57285-19EE-234B-B029-B84D12AEB32C}" srcOrd="0" destOrd="0" presId="urn:microsoft.com/office/officeart/2005/8/layout/vList5"/>
    <dgm:cxn modelId="{254A3AC2-4829-114A-B25F-97A7C3EE8031}" type="presParOf" srcId="{9C2019F9-FAED-BE41-87E0-2CF3BE9D4595}" destId="{D92BEF47-C24F-0745-B238-F1AD12F8D23F}" srcOrd="1" destOrd="0" presId="urn:microsoft.com/office/officeart/2005/8/layout/vList5"/>
    <dgm:cxn modelId="{402A93DF-F555-C343-9256-7A284161096D}" type="presParOf" srcId="{9C2019F9-FAED-BE41-87E0-2CF3BE9D4595}" destId="{2AC5AF4B-21CF-8E42-B697-69B1DC52BB7F}" srcOrd="2" destOrd="0" presId="urn:microsoft.com/office/officeart/2005/8/layout/vList5"/>
    <dgm:cxn modelId="{B5F8EBED-4C5C-484F-89BF-BB8F912165CE}" type="presParOf" srcId="{2AC5AF4B-21CF-8E42-B697-69B1DC52BB7F}" destId="{D90F3D12-BCE5-F946-BCAD-89860F989C4E}" srcOrd="0" destOrd="0" presId="urn:microsoft.com/office/officeart/2005/8/layout/vList5"/>
    <dgm:cxn modelId="{6A423358-C1FA-8B4F-B500-4AE36194C41B}" type="presParOf" srcId="{9C2019F9-FAED-BE41-87E0-2CF3BE9D4595}" destId="{F86C6024-0D9B-DA47-AAF2-94AE7EE28DF3}" srcOrd="3" destOrd="0" presId="urn:microsoft.com/office/officeart/2005/8/layout/vList5"/>
    <dgm:cxn modelId="{A191E700-2A20-4F4E-A60B-9D0A0C36F3B6}" type="presParOf" srcId="{9C2019F9-FAED-BE41-87E0-2CF3BE9D4595}" destId="{1C13464D-2435-AB45-9004-244CF062E3BD}" srcOrd="4" destOrd="0" presId="urn:microsoft.com/office/officeart/2005/8/layout/vList5"/>
    <dgm:cxn modelId="{EF027898-6144-E442-A7C5-6A85C661475A}" type="presParOf" srcId="{1C13464D-2435-AB45-9004-244CF062E3BD}" destId="{E109C8D8-10FD-E049-83F0-5C12BB499719}" srcOrd="0" destOrd="0" presId="urn:microsoft.com/office/officeart/2005/8/layout/vList5"/>
    <dgm:cxn modelId="{4B596BBC-8F26-6943-AAB6-57AF98BDC439}" type="presParOf" srcId="{9C2019F9-FAED-BE41-87E0-2CF3BE9D4595}" destId="{E3069ACC-5081-0942-8F4A-BE77282C17ED}" srcOrd="5" destOrd="0" presId="urn:microsoft.com/office/officeart/2005/8/layout/vList5"/>
    <dgm:cxn modelId="{8F69CC46-FFC9-7D40-A30C-47E882250D5F}" type="presParOf" srcId="{9C2019F9-FAED-BE41-87E0-2CF3BE9D4595}" destId="{CA2EE5B3-DF95-BE4C-A53C-B42874221207}" srcOrd="6" destOrd="0" presId="urn:microsoft.com/office/officeart/2005/8/layout/vList5"/>
    <dgm:cxn modelId="{A614B833-454E-3647-871A-EF0032A79E10}" type="presParOf" srcId="{CA2EE5B3-DF95-BE4C-A53C-B42874221207}" destId="{EA44A8B6-4D9D-8B4E-A994-332673409AC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125E9C9-EC9C-4228-813D-11FFCA9429E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50795551-508C-4DA5-A5AC-0649D745657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Identifier et protéger l’accès</a:t>
          </a:r>
          <a:endParaRPr lang="en-US"/>
        </a:p>
      </dgm:t>
    </dgm:pt>
    <dgm:pt modelId="{5C6679BF-8346-47BA-B84E-DE665A7113D0}" type="parTrans" cxnId="{CB7C50A2-2BEC-48A6-8B24-FE4ADBD5E0ED}">
      <dgm:prSet/>
      <dgm:spPr/>
      <dgm:t>
        <a:bodyPr/>
        <a:lstStyle/>
        <a:p>
          <a:endParaRPr lang="en-US"/>
        </a:p>
      </dgm:t>
    </dgm:pt>
    <dgm:pt modelId="{1205CB0D-27F2-41DA-9F04-7491CDD30C64}" type="sibTrans" cxnId="{CB7C50A2-2BEC-48A6-8B24-FE4ADBD5E0ED}">
      <dgm:prSet/>
      <dgm:spPr/>
      <dgm:t>
        <a:bodyPr/>
        <a:lstStyle/>
        <a:p>
          <a:endParaRPr lang="en-US"/>
        </a:p>
      </dgm:t>
    </dgm:pt>
    <dgm:pt modelId="{49E1BE80-2398-49AD-B583-C7E88F0B9BE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0" i="0"/>
            <a:t>-</a:t>
          </a:r>
          <a:r>
            <a:rPr lang="en-US" b="0" i="0"/>
            <a:t> Login = username + password</a:t>
          </a:r>
          <a:endParaRPr lang="en-US"/>
        </a:p>
      </dgm:t>
    </dgm:pt>
    <dgm:pt modelId="{C4BF31FB-CE73-445C-A97B-6110616ACDD4}" type="parTrans" cxnId="{8034E737-1DF1-4F65-8B66-4D82C4F7AA30}">
      <dgm:prSet/>
      <dgm:spPr/>
      <dgm:t>
        <a:bodyPr/>
        <a:lstStyle/>
        <a:p>
          <a:endParaRPr lang="en-US"/>
        </a:p>
      </dgm:t>
    </dgm:pt>
    <dgm:pt modelId="{7DC8AFFD-24FA-4A9B-84BD-D15500C9DD03}" type="sibTrans" cxnId="{8034E737-1DF1-4F65-8B66-4D82C4F7AA30}">
      <dgm:prSet/>
      <dgm:spPr/>
      <dgm:t>
        <a:bodyPr/>
        <a:lstStyle/>
        <a:p>
          <a:endParaRPr lang="en-US"/>
        </a:p>
      </dgm:t>
    </dgm:pt>
    <dgm:pt modelId="{8B5B09FA-5374-44A1-906A-05EF240008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0" i="0"/>
            <a:t>-</a:t>
          </a:r>
          <a:r>
            <a:rPr lang="en-US" b="0" i="0"/>
            <a:t> Bonne pratique : hashage des mots de passe</a:t>
          </a:r>
          <a:endParaRPr lang="en-US"/>
        </a:p>
      </dgm:t>
    </dgm:pt>
    <dgm:pt modelId="{E1C1462C-57B7-474A-BDF8-E533EB1D9AD8}" type="parTrans" cxnId="{BF3FCA5D-7D4D-44E0-A7AC-2F7BFA880BE8}">
      <dgm:prSet/>
      <dgm:spPr/>
      <dgm:t>
        <a:bodyPr/>
        <a:lstStyle/>
        <a:p>
          <a:endParaRPr lang="en-US"/>
        </a:p>
      </dgm:t>
    </dgm:pt>
    <dgm:pt modelId="{907F0EC3-5C92-41DA-A020-43EE89035AED}" type="sibTrans" cxnId="{BF3FCA5D-7D4D-44E0-A7AC-2F7BFA880BE8}">
      <dgm:prSet/>
      <dgm:spPr/>
      <dgm:t>
        <a:bodyPr/>
        <a:lstStyle/>
        <a:p>
          <a:endParaRPr lang="en-US"/>
        </a:p>
      </dgm:t>
    </dgm:pt>
    <dgm:pt modelId="{24858519-B487-4680-A96A-FE91EC4313C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0" i="0"/>
            <a:t>-</a:t>
          </a:r>
          <a:r>
            <a:rPr lang="en-US" b="0" i="0"/>
            <a:t> Gestion des utilisateurs par les managers</a:t>
          </a:r>
          <a:endParaRPr lang="en-US"/>
        </a:p>
      </dgm:t>
    </dgm:pt>
    <dgm:pt modelId="{EF00D516-8F9E-4ACC-A1D6-85709FE682B0}" type="parTrans" cxnId="{6AE8EEC2-70B2-4AE6-9D0D-CBCA677C5342}">
      <dgm:prSet/>
      <dgm:spPr/>
      <dgm:t>
        <a:bodyPr/>
        <a:lstStyle/>
        <a:p>
          <a:endParaRPr lang="en-US"/>
        </a:p>
      </dgm:t>
    </dgm:pt>
    <dgm:pt modelId="{7FA509C4-6F02-4FC6-A0C9-8FE741C84068}" type="sibTrans" cxnId="{6AE8EEC2-70B2-4AE6-9D0D-CBCA677C5342}">
      <dgm:prSet/>
      <dgm:spPr/>
      <dgm:t>
        <a:bodyPr/>
        <a:lstStyle/>
        <a:p>
          <a:endParaRPr lang="en-US"/>
        </a:p>
      </dgm:t>
    </dgm:pt>
    <dgm:pt modelId="{6DC15B7C-61F0-404E-95BA-84B5A3A5A5F7}" type="pres">
      <dgm:prSet presAssocID="{0125E9C9-EC9C-4228-813D-11FFCA9429E4}" presName="root" presStyleCnt="0">
        <dgm:presLayoutVars>
          <dgm:dir/>
          <dgm:resizeHandles val="exact"/>
        </dgm:presLayoutVars>
      </dgm:prSet>
      <dgm:spPr/>
    </dgm:pt>
    <dgm:pt modelId="{F553E7AA-ACD4-46FF-BD4E-165EF59EB328}" type="pres">
      <dgm:prSet presAssocID="{50795551-508C-4DA5-A5AC-0649D7456571}" presName="compNode" presStyleCnt="0"/>
      <dgm:spPr/>
    </dgm:pt>
    <dgm:pt modelId="{E49B3EEA-B50E-45E9-B3A7-9C25818D0356}" type="pres">
      <dgm:prSet presAssocID="{50795551-508C-4DA5-A5AC-0649D7456571}" presName="iconBgRect" presStyleLbl="bgShp" presStyleIdx="0" presStyleCnt="4"/>
      <dgm:spPr/>
    </dgm:pt>
    <dgm:pt modelId="{17CAA2D9-1D57-4404-96F1-21B6BB95B0EB}" type="pres">
      <dgm:prSet presAssocID="{50795551-508C-4DA5-A5AC-0649D74565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3983F2F-794B-4F2F-A50D-6AD2EA38C067}" type="pres">
      <dgm:prSet presAssocID="{50795551-508C-4DA5-A5AC-0649D7456571}" presName="spaceRect" presStyleCnt="0"/>
      <dgm:spPr/>
    </dgm:pt>
    <dgm:pt modelId="{C7978D08-A907-4E6C-85CE-06CEF3BA0B3E}" type="pres">
      <dgm:prSet presAssocID="{50795551-508C-4DA5-A5AC-0649D7456571}" presName="textRect" presStyleLbl="revTx" presStyleIdx="0" presStyleCnt="4">
        <dgm:presLayoutVars>
          <dgm:chMax val="1"/>
          <dgm:chPref val="1"/>
        </dgm:presLayoutVars>
      </dgm:prSet>
      <dgm:spPr/>
    </dgm:pt>
    <dgm:pt modelId="{46BC8FE0-8C0D-4C72-A2AD-87ED36B41B69}" type="pres">
      <dgm:prSet presAssocID="{1205CB0D-27F2-41DA-9F04-7491CDD30C64}" presName="sibTrans" presStyleCnt="0"/>
      <dgm:spPr/>
    </dgm:pt>
    <dgm:pt modelId="{0E0DFDB9-2B10-43B0-BB8D-E7D0BAAF1EDE}" type="pres">
      <dgm:prSet presAssocID="{49E1BE80-2398-49AD-B583-C7E88F0B9BEC}" presName="compNode" presStyleCnt="0"/>
      <dgm:spPr/>
    </dgm:pt>
    <dgm:pt modelId="{AE2F5CEC-4595-4DE5-BED9-393BBE00768C}" type="pres">
      <dgm:prSet presAssocID="{49E1BE80-2398-49AD-B583-C7E88F0B9BEC}" presName="iconBgRect" presStyleLbl="bgShp" presStyleIdx="1" presStyleCnt="4"/>
      <dgm:spPr/>
    </dgm:pt>
    <dgm:pt modelId="{CD6DE3AC-84C8-454B-8FA4-A03C26734362}" type="pres">
      <dgm:prSet presAssocID="{49E1BE80-2398-49AD-B583-C7E88F0B9B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66DD9A30-E83E-469D-8541-7292945B8044}" type="pres">
      <dgm:prSet presAssocID="{49E1BE80-2398-49AD-B583-C7E88F0B9BEC}" presName="spaceRect" presStyleCnt="0"/>
      <dgm:spPr/>
    </dgm:pt>
    <dgm:pt modelId="{12BD5B8B-2941-4825-A001-2CC777A39EB2}" type="pres">
      <dgm:prSet presAssocID="{49E1BE80-2398-49AD-B583-C7E88F0B9BEC}" presName="textRect" presStyleLbl="revTx" presStyleIdx="1" presStyleCnt="4">
        <dgm:presLayoutVars>
          <dgm:chMax val="1"/>
          <dgm:chPref val="1"/>
        </dgm:presLayoutVars>
      </dgm:prSet>
      <dgm:spPr/>
    </dgm:pt>
    <dgm:pt modelId="{E1605519-0A56-48A6-A90E-4BE6C2A65DCC}" type="pres">
      <dgm:prSet presAssocID="{7DC8AFFD-24FA-4A9B-84BD-D15500C9DD03}" presName="sibTrans" presStyleCnt="0"/>
      <dgm:spPr/>
    </dgm:pt>
    <dgm:pt modelId="{C0836134-578C-45DA-8222-05CBB0E868A4}" type="pres">
      <dgm:prSet presAssocID="{8B5B09FA-5374-44A1-906A-05EF240008F6}" presName="compNode" presStyleCnt="0"/>
      <dgm:spPr/>
    </dgm:pt>
    <dgm:pt modelId="{90ADA4C3-7F00-4FF9-9451-932D978FFED0}" type="pres">
      <dgm:prSet presAssocID="{8B5B09FA-5374-44A1-906A-05EF240008F6}" presName="iconBgRect" presStyleLbl="bgShp" presStyleIdx="2" presStyleCnt="4"/>
      <dgm:spPr/>
    </dgm:pt>
    <dgm:pt modelId="{E413379F-71B1-40BC-B4BD-E607ED174671}" type="pres">
      <dgm:prSet presAssocID="{8B5B09FA-5374-44A1-906A-05EF240008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mpagne"/>
        </a:ext>
      </dgm:extLst>
    </dgm:pt>
    <dgm:pt modelId="{4F33F4BE-DBB3-4771-903B-1EB29885096C}" type="pres">
      <dgm:prSet presAssocID="{8B5B09FA-5374-44A1-906A-05EF240008F6}" presName="spaceRect" presStyleCnt="0"/>
      <dgm:spPr/>
    </dgm:pt>
    <dgm:pt modelId="{CAC7AD4C-3297-4E70-8121-9335B7303582}" type="pres">
      <dgm:prSet presAssocID="{8B5B09FA-5374-44A1-906A-05EF240008F6}" presName="textRect" presStyleLbl="revTx" presStyleIdx="2" presStyleCnt="4">
        <dgm:presLayoutVars>
          <dgm:chMax val="1"/>
          <dgm:chPref val="1"/>
        </dgm:presLayoutVars>
      </dgm:prSet>
      <dgm:spPr/>
    </dgm:pt>
    <dgm:pt modelId="{8B833F7E-C9BE-4BEB-9908-D4EB4FBA182A}" type="pres">
      <dgm:prSet presAssocID="{907F0EC3-5C92-41DA-A020-43EE89035AED}" presName="sibTrans" presStyleCnt="0"/>
      <dgm:spPr/>
    </dgm:pt>
    <dgm:pt modelId="{063483D2-FC6A-4E35-9348-51E0E9879EE7}" type="pres">
      <dgm:prSet presAssocID="{24858519-B487-4680-A96A-FE91EC4313C4}" presName="compNode" presStyleCnt="0"/>
      <dgm:spPr/>
    </dgm:pt>
    <dgm:pt modelId="{869FEE68-6B2E-40AA-AE44-61F46A348C6B}" type="pres">
      <dgm:prSet presAssocID="{24858519-B487-4680-A96A-FE91EC4313C4}" presName="iconBgRect" presStyleLbl="bgShp" presStyleIdx="3" presStyleCnt="4"/>
      <dgm:spPr/>
    </dgm:pt>
    <dgm:pt modelId="{BEFE9BF2-CF49-484C-846F-5B913ADCB072}" type="pres">
      <dgm:prSet presAssocID="{24858519-B487-4680-A96A-FE91EC4313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7F1B7F4-F981-4FB5-A3DE-96CB085D6069}" type="pres">
      <dgm:prSet presAssocID="{24858519-B487-4680-A96A-FE91EC4313C4}" presName="spaceRect" presStyleCnt="0"/>
      <dgm:spPr/>
    </dgm:pt>
    <dgm:pt modelId="{292C6E2A-D9EE-4D5E-96D3-C9D7C2F87A52}" type="pres">
      <dgm:prSet presAssocID="{24858519-B487-4680-A96A-FE91EC4313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B017327-EF1A-4FFD-BB4A-8F47CA07DDD1}" type="presOf" srcId="{24858519-B487-4680-A96A-FE91EC4313C4}" destId="{292C6E2A-D9EE-4D5E-96D3-C9D7C2F87A52}" srcOrd="0" destOrd="0" presId="urn:microsoft.com/office/officeart/2018/5/layout/IconCircleLabelList"/>
    <dgm:cxn modelId="{8034E737-1DF1-4F65-8B66-4D82C4F7AA30}" srcId="{0125E9C9-EC9C-4228-813D-11FFCA9429E4}" destId="{49E1BE80-2398-49AD-B583-C7E88F0B9BEC}" srcOrd="1" destOrd="0" parTransId="{C4BF31FB-CE73-445C-A97B-6110616ACDD4}" sibTransId="{7DC8AFFD-24FA-4A9B-84BD-D15500C9DD03}"/>
    <dgm:cxn modelId="{BF3FCA5D-7D4D-44E0-A7AC-2F7BFA880BE8}" srcId="{0125E9C9-EC9C-4228-813D-11FFCA9429E4}" destId="{8B5B09FA-5374-44A1-906A-05EF240008F6}" srcOrd="2" destOrd="0" parTransId="{E1C1462C-57B7-474A-BDF8-E533EB1D9AD8}" sibTransId="{907F0EC3-5C92-41DA-A020-43EE89035AED}"/>
    <dgm:cxn modelId="{79342D65-5478-4D84-ABCE-743180FFE4B4}" type="presOf" srcId="{50795551-508C-4DA5-A5AC-0649D7456571}" destId="{C7978D08-A907-4E6C-85CE-06CEF3BA0B3E}" srcOrd="0" destOrd="0" presId="urn:microsoft.com/office/officeart/2018/5/layout/IconCircleLabelList"/>
    <dgm:cxn modelId="{CB7C50A2-2BEC-48A6-8B24-FE4ADBD5E0ED}" srcId="{0125E9C9-EC9C-4228-813D-11FFCA9429E4}" destId="{50795551-508C-4DA5-A5AC-0649D7456571}" srcOrd="0" destOrd="0" parTransId="{5C6679BF-8346-47BA-B84E-DE665A7113D0}" sibTransId="{1205CB0D-27F2-41DA-9F04-7491CDD30C64}"/>
    <dgm:cxn modelId="{CFEEB1AE-74C2-481F-BB12-332FD6F0C846}" type="presOf" srcId="{0125E9C9-EC9C-4228-813D-11FFCA9429E4}" destId="{6DC15B7C-61F0-404E-95BA-84B5A3A5A5F7}" srcOrd="0" destOrd="0" presId="urn:microsoft.com/office/officeart/2018/5/layout/IconCircleLabelList"/>
    <dgm:cxn modelId="{6AE8EEC2-70B2-4AE6-9D0D-CBCA677C5342}" srcId="{0125E9C9-EC9C-4228-813D-11FFCA9429E4}" destId="{24858519-B487-4680-A96A-FE91EC4313C4}" srcOrd="3" destOrd="0" parTransId="{EF00D516-8F9E-4ACC-A1D6-85709FE682B0}" sibTransId="{7FA509C4-6F02-4FC6-A0C9-8FE741C84068}"/>
    <dgm:cxn modelId="{81D4A8CA-F313-482A-83B8-4A8D5DE757C4}" type="presOf" srcId="{49E1BE80-2398-49AD-B583-C7E88F0B9BEC}" destId="{12BD5B8B-2941-4825-A001-2CC777A39EB2}" srcOrd="0" destOrd="0" presId="urn:microsoft.com/office/officeart/2018/5/layout/IconCircleLabelList"/>
    <dgm:cxn modelId="{D2C4B1F9-6297-438C-BC02-41B6ADE59BE0}" type="presOf" srcId="{8B5B09FA-5374-44A1-906A-05EF240008F6}" destId="{CAC7AD4C-3297-4E70-8121-9335B7303582}" srcOrd="0" destOrd="0" presId="urn:microsoft.com/office/officeart/2018/5/layout/IconCircleLabelList"/>
    <dgm:cxn modelId="{DD4B06E9-9C16-462E-9121-65062943E438}" type="presParOf" srcId="{6DC15B7C-61F0-404E-95BA-84B5A3A5A5F7}" destId="{F553E7AA-ACD4-46FF-BD4E-165EF59EB328}" srcOrd="0" destOrd="0" presId="urn:microsoft.com/office/officeart/2018/5/layout/IconCircleLabelList"/>
    <dgm:cxn modelId="{20AB63E7-CEB5-4A0F-87D8-B49510751AC1}" type="presParOf" srcId="{F553E7AA-ACD4-46FF-BD4E-165EF59EB328}" destId="{E49B3EEA-B50E-45E9-B3A7-9C25818D0356}" srcOrd="0" destOrd="0" presId="urn:microsoft.com/office/officeart/2018/5/layout/IconCircleLabelList"/>
    <dgm:cxn modelId="{E2BEE8EA-FC2E-4570-8EB8-AF1760D26269}" type="presParOf" srcId="{F553E7AA-ACD4-46FF-BD4E-165EF59EB328}" destId="{17CAA2D9-1D57-4404-96F1-21B6BB95B0EB}" srcOrd="1" destOrd="0" presId="urn:microsoft.com/office/officeart/2018/5/layout/IconCircleLabelList"/>
    <dgm:cxn modelId="{23109FCB-BF14-4AC3-B000-FC0DD223DB41}" type="presParOf" srcId="{F553E7AA-ACD4-46FF-BD4E-165EF59EB328}" destId="{13983F2F-794B-4F2F-A50D-6AD2EA38C067}" srcOrd="2" destOrd="0" presId="urn:microsoft.com/office/officeart/2018/5/layout/IconCircleLabelList"/>
    <dgm:cxn modelId="{CC7BB095-C15D-4D18-8FC1-5BFCDBD5A084}" type="presParOf" srcId="{F553E7AA-ACD4-46FF-BD4E-165EF59EB328}" destId="{C7978D08-A907-4E6C-85CE-06CEF3BA0B3E}" srcOrd="3" destOrd="0" presId="urn:microsoft.com/office/officeart/2018/5/layout/IconCircleLabelList"/>
    <dgm:cxn modelId="{4CD4B103-6D53-4584-9518-D3E4AF552858}" type="presParOf" srcId="{6DC15B7C-61F0-404E-95BA-84B5A3A5A5F7}" destId="{46BC8FE0-8C0D-4C72-A2AD-87ED36B41B69}" srcOrd="1" destOrd="0" presId="urn:microsoft.com/office/officeart/2018/5/layout/IconCircleLabelList"/>
    <dgm:cxn modelId="{799CC928-A4FB-48F7-829F-1B13EB1D4FFF}" type="presParOf" srcId="{6DC15B7C-61F0-404E-95BA-84B5A3A5A5F7}" destId="{0E0DFDB9-2B10-43B0-BB8D-E7D0BAAF1EDE}" srcOrd="2" destOrd="0" presId="urn:microsoft.com/office/officeart/2018/5/layout/IconCircleLabelList"/>
    <dgm:cxn modelId="{119111F4-737D-460F-B99F-F74C830130B4}" type="presParOf" srcId="{0E0DFDB9-2B10-43B0-BB8D-E7D0BAAF1EDE}" destId="{AE2F5CEC-4595-4DE5-BED9-393BBE00768C}" srcOrd="0" destOrd="0" presId="urn:microsoft.com/office/officeart/2018/5/layout/IconCircleLabelList"/>
    <dgm:cxn modelId="{E4FFC319-3D89-470B-8E6B-A69617B8480B}" type="presParOf" srcId="{0E0DFDB9-2B10-43B0-BB8D-E7D0BAAF1EDE}" destId="{CD6DE3AC-84C8-454B-8FA4-A03C26734362}" srcOrd="1" destOrd="0" presId="urn:microsoft.com/office/officeart/2018/5/layout/IconCircleLabelList"/>
    <dgm:cxn modelId="{73746E6E-A7A0-4B47-AB1E-5AAE351750F9}" type="presParOf" srcId="{0E0DFDB9-2B10-43B0-BB8D-E7D0BAAF1EDE}" destId="{66DD9A30-E83E-469D-8541-7292945B8044}" srcOrd="2" destOrd="0" presId="urn:microsoft.com/office/officeart/2018/5/layout/IconCircleLabelList"/>
    <dgm:cxn modelId="{A8B2EEE1-EAE5-4E14-AFB3-B97667EA7542}" type="presParOf" srcId="{0E0DFDB9-2B10-43B0-BB8D-E7D0BAAF1EDE}" destId="{12BD5B8B-2941-4825-A001-2CC777A39EB2}" srcOrd="3" destOrd="0" presId="urn:microsoft.com/office/officeart/2018/5/layout/IconCircleLabelList"/>
    <dgm:cxn modelId="{0A35EC62-D2FE-450C-95A5-B86419D4EE9C}" type="presParOf" srcId="{6DC15B7C-61F0-404E-95BA-84B5A3A5A5F7}" destId="{E1605519-0A56-48A6-A90E-4BE6C2A65DCC}" srcOrd="3" destOrd="0" presId="urn:microsoft.com/office/officeart/2018/5/layout/IconCircleLabelList"/>
    <dgm:cxn modelId="{67E2F9B9-B819-4A56-8A5D-36732F3E82CA}" type="presParOf" srcId="{6DC15B7C-61F0-404E-95BA-84B5A3A5A5F7}" destId="{C0836134-578C-45DA-8222-05CBB0E868A4}" srcOrd="4" destOrd="0" presId="urn:microsoft.com/office/officeart/2018/5/layout/IconCircleLabelList"/>
    <dgm:cxn modelId="{D1C2B658-D84F-40FE-B091-8FAF18899A70}" type="presParOf" srcId="{C0836134-578C-45DA-8222-05CBB0E868A4}" destId="{90ADA4C3-7F00-4FF9-9451-932D978FFED0}" srcOrd="0" destOrd="0" presId="urn:microsoft.com/office/officeart/2018/5/layout/IconCircleLabelList"/>
    <dgm:cxn modelId="{C03A2D45-516A-4342-92D2-7FEDC2578457}" type="presParOf" srcId="{C0836134-578C-45DA-8222-05CBB0E868A4}" destId="{E413379F-71B1-40BC-B4BD-E607ED174671}" srcOrd="1" destOrd="0" presId="urn:microsoft.com/office/officeart/2018/5/layout/IconCircleLabelList"/>
    <dgm:cxn modelId="{A4418692-4A40-41FD-9735-9A285EFF5FC1}" type="presParOf" srcId="{C0836134-578C-45DA-8222-05CBB0E868A4}" destId="{4F33F4BE-DBB3-4771-903B-1EB29885096C}" srcOrd="2" destOrd="0" presId="urn:microsoft.com/office/officeart/2018/5/layout/IconCircleLabelList"/>
    <dgm:cxn modelId="{E9655880-D5A4-4BF1-B05A-1E0E1D059B42}" type="presParOf" srcId="{C0836134-578C-45DA-8222-05CBB0E868A4}" destId="{CAC7AD4C-3297-4E70-8121-9335B7303582}" srcOrd="3" destOrd="0" presId="urn:microsoft.com/office/officeart/2018/5/layout/IconCircleLabelList"/>
    <dgm:cxn modelId="{C9BFD8E9-6E6F-4B49-8944-2267186AAD4B}" type="presParOf" srcId="{6DC15B7C-61F0-404E-95BA-84B5A3A5A5F7}" destId="{8B833F7E-C9BE-4BEB-9908-D4EB4FBA182A}" srcOrd="5" destOrd="0" presId="urn:microsoft.com/office/officeart/2018/5/layout/IconCircleLabelList"/>
    <dgm:cxn modelId="{DB21EEB5-A1E9-4711-8A3A-DD1D3BB5C8D3}" type="presParOf" srcId="{6DC15B7C-61F0-404E-95BA-84B5A3A5A5F7}" destId="{063483D2-FC6A-4E35-9348-51E0E9879EE7}" srcOrd="6" destOrd="0" presId="urn:microsoft.com/office/officeart/2018/5/layout/IconCircleLabelList"/>
    <dgm:cxn modelId="{8FFE11EF-B61C-4618-B037-7EF1EFFB6A0F}" type="presParOf" srcId="{063483D2-FC6A-4E35-9348-51E0E9879EE7}" destId="{869FEE68-6B2E-40AA-AE44-61F46A348C6B}" srcOrd="0" destOrd="0" presId="urn:microsoft.com/office/officeart/2018/5/layout/IconCircleLabelList"/>
    <dgm:cxn modelId="{E7880DB4-78FF-4607-9BFA-259550B217F3}" type="presParOf" srcId="{063483D2-FC6A-4E35-9348-51E0E9879EE7}" destId="{BEFE9BF2-CF49-484C-846F-5B913ADCB072}" srcOrd="1" destOrd="0" presId="urn:microsoft.com/office/officeart/2018/5/layout/IconCircleLabelList"/>
    <dgm:cxn modelId="{85EC0EEA-443D-46F5-81B0-CEE050406486}" type="presParOf" srcId="{063483D2-FC6A-4E35-9348-51E0E9879EE7}" destId="{37F1B7F4-F981-4FB5-A3DE-96CB085D6069}" srcOrd="2" destOrd="0" presId="urn:microsoft.com/office/officeart/2018/5/layout/IconCircleLabelList"/>
    <dgm:cxn modelId="{48D37C51-CD8F-44E3-90E7-BFE78A12CB73}" type="presParOf" srcId="{063483D2-FC6A-4E35-9348-51E0E9879EE7}" destId="{292C6E2A-D9EE-4D5E-96D3-C9D7C2F87A5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5F25384-E786-44C6-BE2D-907655AC6E3D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CDF5917-580C-4717-B557-176ED610452E}">
      <dgm:prSet/>
      <dgm:spPr/>
      <dgm:t>
        <a:bodyPr/>
        <a:lstStyle/>
        <a:p>
          <a:r>
            <a:rPr lang="en-US" b="0" i="0"/>
            <a:t>- Jeton signé envoyé après authentification</a:t>
          </a:r>
          <a:endParaRPr lang="en-US"/>
        </a:p>
      </dgm:t>
    </dgm:pt>
    <dgm:pt modelId="{708D6E1C-9E52-4F42-BD56-2EDE0B8275BA}" type="parTrans" cxnId="{9696E458-5A60-453B-945D-A2310DA992B4}">
      <dgm:prSet/>
      <dgm:spPr/>
      <dgm:t>
        <a:bodyPr/>
        <a:lstStyle/>
        <a:p>
          <a:endParaRPr lang="en-US"/>
        </a:p>
      </dgm:t>
    </dgm:pt>
    <dgm:pt modelId="{9B2B706F-CE4C-4DC1-A78A-90397CEF4273}" type="sibTrans" cxnId="{9696E458-5A60-453B-945D-A2310DA992B4}">
      <dgm:prSet/>
      <dgm:spPr/>
      <dgm:t>
        <a:bodyPr/>
        <a:lstStyle/>
        <a:p>
          <a:endParaRPr lang="en-US"/>
        </a:p>
      </dgm:t>
    </dgm:pt>
    <dgm:pt modelId="{957F9E10-5816-45BD-B7E0-6A2955E6A7B2}">
      <dgm:prSet/>
      <dgm:spPr/>
      <dgm:t>
        <a:bodyPr/>
        <a:lstStyle/>
        <a:p>
          <a:r>
            <a:rPr lang="en-US" b="0" i="0"/>
            <a:t>- Inclus dans chaque requête protégée (Authorization header)</a:t>
          </a:r>
          <a:endParaRPr lang="en-US"/>
        </a:p>
      </dgm:t>
    </dgm:pt>
    <dgm:pt modelId="{66685C8C-7743-4766-8F31-569CA73FFBA0}" type="parTrans" cxnId="{16F5EABC-7B28-4D82-99BD-87DA917446F3}">
      <dgm:prSet/>
      <dgm:spPr/>
      <dgm:t>
        <a:bodyPr/>
        <a:lstStyle/>
        <a:p>
          <a:endParaRPr lang="en-US"/>
        </a:p>
      </dgm:t>
    </dgm:pt>
    <dgm:pt modelId="{5DFC6FFD-5894-45D0-AE96-D8149901F525}" type="sibTrans" cxnId="{16F5EABC-7B28-4D82-99BD-87DA917446F3}">
      <dgm:prSet/>
      <dgm:spPr/>
      <dgm:t>
        <a:bodyPr/>
        <a:lstStyle/>
        <a:p>
          <a:endParaRPr lang="en-US"/>
        </a:p>
      </dgm:t>
    </dgm:pt>
    <dgm:pt modelId="{C5A6C480-2B68-4C8D-9FF6-07C4812079C6}">
      <dgm:prSet/>
      <dgm:spPr/>
      <dgm:t>
        <a:bodyPr/>
        <a:lstStyle/>
        <a:p>
          <a:r>
            <a:rPr lang="fr-FR" b="0" i="0"/>
            <a:t>- </a:t>
          </a:r>
          <a:r>
            <a:rPr lang="en-US" b="0" i="0"/>
            <a:t>Vérifie l’identité de l’utilisateur sans relogin</a:t>
          </a:r>
          <a:endParaRPr lang="en-US"/>
        </a:p>
      </dgm:t>
    </dgm:pt>
    <dgm:pt modelId="{387B7CD0-CE41-4D5D-BB2E-BB4E9C455A6D}" type="parTrans" cxnId="{CB9A1975-AE8C-4ECA-AC79-D7A4B3D75124}">
      <dgm:prSet/>
      <dgm:spPr/>
      <dgm:t>
        <a:bodyPr/>
        <a:lstStyle/>
        <a:p>
          <a:endParaRPr lang="en-US"/>
        </a:p>
      </dgm:t>
    </dgm:pt>
    <dgm:pt modelId="{46344C2C-91C2-4967-AC79-1C004FA19CBD}" type="sibTrans" cxnId="{CB9A1975-AE8C-4ECA-AC79-D7A4B3D75124}">
      <dgm:prSet/>
      <dgm:spPr/>
      <dgm:t>
        <a:bodyPr/>
        <a:lstStyle/>
        <a:p>
          <a:endParaRPr lang="en-US"/>
        </a:p>
      </dgm:t>
    </dgm:pt>
    <dgm:pt modelId="{0FDCF666-8E45-8842-996B-2AE412482685}" type="pres">
      <dgm:prSet presAssocID="{15F25384-E786-44C6-BE2D-907655AC6E3D}" presName="vert0" presStyleCnt="0">
        <dgm:presLayoutVars>
          <dgm:dir/>
          <dgm:animOne val="branch"/>
          <dgm:animLvl val="lvl"/>
        </dgm:presLayoutVars>
      </dgm:prSet>
      <dgm:spPr/>
    </dgm:pt>
    <dgm:pt modelId="{213A2CBC-D463-6245-9BE1-7E3FCC7A6F36}" type="pres">
      <dgm:prSet presAssocID="{9CDF5917-580C-4717-B557-176ED610452E}" presName="thickLine" presStyleLbl="alignNode1" presStyleIdx="0" presStyleCnt="3"/>
      <dgm:spPr/>
    </dgm:pt>
    <dgm:pt modelId="{592ADD95-3004-4D47-93FA-B80A21B316F3}" type="pres">
      <dgm:prSet presAssocID="{9CDF5917-580C-4717-B557-176ED610452E}" presName="horz1" presStyleCnt="0"/>
      <dgm:spPr/>
    </dgm:pt>
    <dgm:pt modelId="{C42428B1-0037-6544-ACA2-7E81A1BCA0F4}" type="pres">
      <dgm:prSet presAssocID="{9CDF5917-580C-4717-B557-176ED610452E}" presName="tx1" presStyleLbl="revTx" presStyleIdx="0" presStyleCnt="3"/>
      <dgm:spPr/>
    </dgm:pt>
    <dgm:pt modelId="{2513CC2B-734A-E648-89CD-CAC660126639}" type="pres">
      <dgm:prSet presAssocID="{9CDF5917-580C-4717-B557-176ED610452E}" presName="vert1" presStyleCnt="0"/>
      <dgm:spPr/>
    </dgm:pt>
    <dgm:pt modelId="{EB2B1BBD-EF99-DA44-8291-B15508DB4058}" type="pres">
      <dgm:prSet presAssocID="{957F9E10-5816-45BD-B7E0-6A2955E6A7B2}" presName="thickLine" presStyleLbl="alignNode1" presStyleIdx="1" presStyleCnt="3"/>
      <dgm:spPr/>
    </dgm:pt>
    <dgm:pt modelId="{C87A463D-80F3-F04B-B681-92F09908EB96}" type="pres">
      <dgm:prSet presAssocID="{957F9E10-5816-45BD-B7E0-6A2955E6A7B2}" presName="horz1" presStyleCnt="0"/>
      <dgm:spPr/>
    </dgm:pt>
    <dgm:pt modelId="{B61099D1-BE1D-B949-9FBE-3C67A01677FD}" type="pres">
      <dgm:prSet presAssocID="{957F9E10-5816-45BD-B7E0-6A2955E6A7B2}" presName="tx1" presStyleLbl="revTx" presStyleIdx="1" presStyleCnt="3"/>
      <dgm:spPr/>
    </dgm:pt>
    <dgm:pt modelId="{00B7F2AE-3E56-A044-BAF5-FFE74A5679FD}" type="pres">
      <dgm:prSet presAssocID="{957F9E10-5816-45BD-B7E0-6A2955E6A7B2}" presName="vert1" presStyleCnt="0"/>
      <dgm:spPr/>
    </dgm:pt>
    <dgm:pt modelId="{5B27FB45-C8AD-AF4A-BD11-9815D0D174BF}" type="pres">
      <dgm:prSet presAssocID="{C5A6C480-2B68-4C8D-9FF6-07C4812079C6}" presName="thickLine" presStyleLbl="alignNode1" presStyleIdx="2" presStyleCnt="3"/>
      <dgm:spPr/>
    </dgm:pt>
    <dgm:pt modelId="{852F7C55-EA7C-D646-A446-C8A4D4ED50FE}" type="pres">
      <dgm:prSet presAssocID="{C5A6C480-2B68-4C8D-9FF6-07C4812079C6}" presName="horz1" presStyleCnt="0"/>
      <dgm:spPr/>
    </dgm:pt>
    <dgm:pt modelId="{405C7DF5-7F9A-1B42-833F-54F116865432}" type="pres">
      <dgm:prSet presAssocID="{C5A6C480-2B68-4C8D-9FF6-07C4812079C6}" presName="tx1" presStyleLbl="revTx" presStyleIdx="2" presStyleCnt="3"/>
      <dgm:spPr/>
    </dgm:pt>
    <dgm:pt modelId="{966407A4-FB2F-7C4E-9216-DADC5B8F6C48}" type="pres">
      <dgm:prSet presAssocID="{C5A6C480-2B68-4C8D-9FF6-07C4812079C6}" presName="vert1" presStyleCnt="0"/>
      <dgm:spPr/>
    </dgm:pt>
  </dgm:ptLst>
  <dgm:cxnLst>
    <dgm:cxn modelId="{B1E02D3C-87DA-AC4F-8033-D593AAA08AD5}" type="presOf" srcId="{15F25384-E786-44C6-BE2D-907655AC6E3D}" destId="{0FDCF666-8E45-8842-996B-2AE412482685}" srcOrd="0" destOrd="0" presId="urn:microsoft.com/office/officeart/2008/layout/LinedList"/>
    <dgm:cxn modelId="{9696E458-5A60-453B-945D-A2310DA992B4}" srcId="{15F25384-E786-44C6-BE2D-907655AC6E3D}" destId="{9CDF5917-580C-4717-B557-176ED610452E}" srcOrd="0" destOrd="0" parTransId="{708D6E1C-9E52-4F42-BD56-2EDE0B8275BA}" sibTransId="{9B2B706F-CE4C-4DC1-A78A-90397CEF4273}"/>
    <dgm:cxn modelId="{C4D0746E-5FF1-A345-94F1-28E7EC146CA0}" type="presOf" srcId="{9CDF5917-580C-4717-B557-176ED610452E}" destId="{C42428B1-0037-6544-ACA2-7E81A1BCA0F4}" srcOrd="0" destOrd="0" presId="urn:microsoft.com/office/officeart/2008/layout/LinedList"/>
    <dgm:cxn modelId="{CB9A1975-AE8C-4ECA-AC79-D7A4B3D75124}" srcId="{15F25384-E786-44C6-BE2D-907655AC6E3D}" destId="{C5A6C480-2B68-4C8D-9FF6-07C4812079C6}" srcOrd="2" destOrd="0" parTransId="{387B7CD0-CE41-4D5D-BB2E-BB4E9C455A6D}" sibTransId="{46344C2C-91C2-4967-AC79-1C004FA19CBD}"/>
    <dgm:cxn modelId="{3BBF1489-5FE8-4546-84C1-346539C1D9FC}" type="presOf" srcId="{957F9E10-5816-45BD-B7E0-6A2955E6A7B2}" destId="{B61099D1-BE1D-B949-9FBE-3C67A01677FD}" srcOrd="0" destOrd="0" presId="urn:microsoft.com/office/officeart/2008/layout/LinedList"/>
    <dgm:cxn modelId="{16F5EABC-7B28-4D82-99BD-87DA917446F3}" srcId="{15F25384-E786-44C6-BE2D-907655AC6E3D}" destId="{957F9E10-5816-45BD-B7E0-6A2955E6A7B2}" srcOrd="1" destOrd="0" parTransId="{66685C8C-7743-4766-8F31-569CA73FFBA0}" sibTransId="{5DFC6FFD-5894-45D0-AE96-D8149901F525}"/>
    <dgm:cxn modelId="{B07B36D1-5BE8-EF46-8E26-D684F0CA8CD0}" type="presOf" srcId="{C5A6C480-2B68-4C8D-9FF6-07C4812079C6}" destId="{405C7DF5-7F9A-1B42-833F-54F116865432}" srcOrd="0" destOrd="0" presId="urn:microsoft.com/office/officeart/2008/layout/LinedList"/>
    <dgm:cxn modelId="{64D1B5BD-A8F7-884C-9E8B-EBDF4CF2E7B1}" type="presParOf" srcId="{0FDCF666-8E45-8842-996B-2AE412482685}" destId="{213A2CBC-D463-6245-9BE1-7E3FCC7A6F36}" srcOrd="0" destOrd="0" presId="urn:microsoft.com/office/officeart/2008/layout/LinedList"/>
    <dgm:cxn modelId="{C4E46365-8B20-9B4A-8E45-B3079D92746C}" type="presParOf" srcId="{0FDCF666-8E45-8842-996B-2AE412482685}" destId="{592ADD95-3004-4D47-93FA-B80A21B316F3}" srcOrd="1" destOrd="0" presId="urn:microsoft.com/office/officeart/2008/layout/LinedList"/>
    <dgm:cxn modelId="{D8D18266-1A9D-A84B-B6BE-71D029333E5C}" type="presParOf" srcId="{592ADD95-3004-4D47-93FA-B80A21B316F3}" destId="{C42428B1-0037-6544-ACA2-7E81A1BCA0F4}" srcOrd="0" destOrd="0" presId="urn:microsoft.com/office/officeart/2008/layout/LinedList"/>
    <dgm:cxn modelId="{87EA92E6-8705-F34C-8DAB-68E38481A687}" type="presParOf" srcId="{592ADD95-3004-4D47-93FA-B80A21B316F3}" destId="{2513CC2B-734A-E648-89CD-CAC660126639}" srcOrd="1" destOrd="0" presId="urn:microsoft.com/office/officeart/2008/layout/LinedList"/>
    <dgm:cxn modelId="{5566EE5D-0A01-EE4B-A0CA-169316545761}" type="presParOf" srcId="{0FDCF666-8E45-8842-996B-2AE412482685}" destId="{EB2B1BBD-EF99-DA44-8291-B15508DB4058}" srcOrd="2" destOrd="0" presId="urn:microsoft.com/office/officeart/2008/layout/LinedList"/>
    <dgm:cxn modelId="{1A6F7AC0-31D7-C445-8080-DBE5B631036D}" type="presParOf" srcId="{0FDCF666-8E45-8842-996B-2AE412482685}" destId="{C87A463D-80F3-F04B-B681-92F09908EB96}" srcOrd="3" destOrd="0" presId="urn:microsoft.com/office/officeart/2008/layout/LinedList"/>
    <dgm:cxn modelId="{F661F611-7E64-1B4A-BC4E-19A0CD54FE3B}" type="presParOf" srcId="{C87A463D-80F3-F04B-B681-92F09908EB96}" destId="{B61099D1-BE1D-B949-9FBE-3C67A01677FD}" srcOrd="0" destOrd="0" presId="urn:microsoft.com/office/officeart/2008/layout/LinedList"/>
    <dgm:cxn modelId="{E1167399-3E2A-CA47-8932-8C7FC176A850}" type="presParOf" srcId="{C87A463D-80F3-F04B-B681-92F09908EB96}" destId="{00B7F2AE-3E56-A044-BAF5-FFE74A5679FD}" srcOrd="1" destOrd="0" presId="urn:microsoft.com/office/officeart/2008/layout/LinedList"/>
    <dgm:cxn modelId="{4510232F-25EB-E44B-9AFA-A0C428A29584}" type="presParOf" srcId="{0FDCF666-8E45-8842-996B-2AE412482685}" destId="{5B27FB45-C8AD-AF4A-BD11-9815D0D174BF}" srcOrd="4" destOrd="0" presId="urn:microsoft.com/office/officeart/2008/layout/LinedList"/>
    <dgm:cxn modelId="{FF0EB65F-664A-6E41-8543-DE4CB1129BAF}" type="presParOf" srcId="{0FDCF666-8E45-8842-996B-2AE412482685}" destId="{852F7C55-EA7C-D646-A446-C8A4D4ED50FE}" srcOrd="5" destOrd="0" presId="urn:microsoft.com/office/officeart/2008/layout/LinedList"/>
    <dgm:cxn modelId="{67BBAD52-E3A4-484F-A01A-62ECB277C6C4}" type="presParOf" srcId="{852F7C55-EA7C-D646-A446-C8A4D4ED50FE}" destId="{405C7DF5-7F9A-1B42-833F-54F116865432}" srcOrd="0" destOrd="0" presId="urn:microsoft.com/office/officeart/2008/layout/LinedList"/>
    <dgm:cxn modelId="{7D409BAC-7F0C-1448-8A72-74BE444AD560}" type="presParOf" srcId="{852F7C55-EA7C-D646-A446-C8A4D4ED50FE}" destId="{966407A4-FB2F-7C4E-9216-DADC5B8F6C4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83CCC32-2DD4-4E36-AF79-496AAEFE602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387F7E-A461-4499-BDB0-C17EF5B12E1A}">
      <dgm:prSet/>
      <dgm:spPr/>
      <dgm:t>
        <a:bodyPr/>
        <a:lstStyle/>
        <a:p>
          <a:r>
            <a:rPr lang="en-US" b="0" i="0"/>
            <a:t>- API REST &amp; CRUD</a:t>
          </a:r>
          <a:endParaRPr lang="en-US"/>
        </a:p>
      </dgm:t>
    </dgm:pt>
    <dgm:pt modelId="{678577E9-7EB6-4EC9-81A5-BD5BDB610FDC}" type="parTrans" cxnId="{785ECD32-7312-465E-8EC2-621C4149708F}">
      <dgm:prSet/>
      <dgm:spPr/>
      <dgm:t>
        <a:bodyPr/>
        <a:lstStyle/>
        <a:p>
          <a:endParaRPr lang="en-US"/>
        </a:p>
      </dgm:t>
    </dgm:pt>
    <dgm:pt modelId="{9D1DD59D-1067-4F38-9DDA-E6D216B0A989}" type="sibTrans" cxnId="{785ECD32-7312-465E-8EC2-621C4149708F}">
      <dgm:prSet/>
      <dgm:spPr/>
      <dgm:t>
        <a:bodyPr/>
        <a:lstStyle/>
        <a:p>
          <a:endParaRPr lang="en-US"/>
        </a:p>
      </dgm:t>
    </dgm:pt>
    <dgm:pt modelId="{99B48FB2-288D-4590-B32B-7F0E31E289C0}">
      <dgm:prSet/>
      <dgm:spPr/>
      <dgm:t>
        <a:bodyPr/>
        <a:lstStyle/>
        <a:p>
          <a:r>
            <a:rPr lang="fr-FR" b="0" i="0"/>
            <a:t>-</a:t>
          </a:r>
          <a:r>
            <a:rPr lang="en-US" b="0" i="0"/>
            <a:t> Gestion des rôles et droits</a:t>
          </a:r>
          <a:endParaRPr lang="en-US"/>
        </a:p>
      </dgm:t>
    </dgm:pt>
    <dgm:pt modelId="{9E0ACAA4-A7F4-4299-AE86-462C55530241}" type="parTrans" cxnId="{C75A67B8-DE4A-48D7-84B3-37CA0C44F9ED}">
      <dgm:prSet/>
      <dgm:spPr/>
      <dgm:t>
        <a:bodyPr/>
        <a:lstStyle/>
        <a:p>
          <a:endParaRPr lang="en-US"/>
        </a:p>
      </dgm:t>
    </dgm:pt>
    <dgm:pt modelId="{C38B7FA3-E973-4C07-B1AB-6BBBF2211C08}" type="sibTrans" cxnId="{C75A67B8-DE4A-48D7-84B3-37CA0C44F9ED}">
      <dgm:prSet/>
      <dgm:spPr/>
      <dgm:t>
        <a:bodyPr/>
        <a:lstStyle/>
        <a:p>
          <a:endParaRPr lang="en-US"/>
        </a:p>
      </dgm:t>
    </dgm:pt>
    <dgm:pt modelId="{97E5EDEE-E1A7-4909-9047-5EF564172056}">
      <dgm:prSet/>
      <dgm:spPr/>
      <dgm:t>
        <a:bodyPr/>
        <a:lstStyle/>
        <a:p>
          <a:r>
            <a:rPr lang="fr-FR" b="0" i="0"/>
            <a:t>-</a:t>
          </a:r>
          <a:r>
            <a:rPr lang="en-US" b="0" i="0"/>
            <a:t> JWT &amp; sécurisation des endpoints</a:t>
          </a:r>
          <a:endParaRPr lang="en-US"/>
        </a:p>
      </dgm:t>
    </dgm:pt>
    <dgm:pt modelId="{E698A12F-C854-4508-9B52-B0BA8212D0DA}" type="parTrans" cxnId="{80096626-E220-4EBF-A781-CECE7272A8A3}">
      <dgm:prSet/>
      <dgm:spPr/>
      <dgm:t>
        <a:bodyPr/>
        <a:lstStyle/>
        <a:p>
          <a:endParaRPr lang="en-US"/>
        </a:p>
      </dgm:t>
    </dgm:pt>
    <dgm:pt modelId="{3D32AFE9-3D24-448C-9829-650B30933D24}" type="sibTrans" cxnId="{80096626-E220-4EBF-A781-CECE7272A8A3}">
      <dgm:prSet/>
      <dgm:spPr/>
      <dgm:t>
        <a:bodyPr/>
        <a:lstStyle/>
        <a:p>
          <a:endParaRPr lang="en-US"/>
        </a:p>
      </dgm:t>
    </dgm:pt>
    <dgm:pt modelId="{FFC6125E-90E1-41EA-989C-610A7086B5B5}">
      <dgm:prSet/>
      <dgm:spPr/>
      <dgm:t>
        <a:bodyPr/>
        <a:lstStyle/>
        <a:p>
          <a:r>
            <a:rPr lang="fr-FR" b="0" i="0"/>
            <a:t>-</a:t>
          </a:r>
          <a:r>
            <a:rPr lang="en-US" b="0" i="0"/>
            <a:t> Choix et usage de la base de données</a:t>
          </a:r>
          <a:endParaRPr lang="en-US"/>
        </a:p>
      </dgm:t>
    </dgm:pt>
    <dgm:pt modelId="{B448C6E6-1E64-4155-BA74-B04DFBF28BAD}" type="parTrans" cxnId="{E048C611-AFB4-4F53-9BF7-18493CA1FBDB}">
      <dgm:prSet/>
      <dgm:spPr/>
      <dgm:t>
        <a:bodyPr/>
        <a:lstStyle/>
        <a:p>
          <a:endParaRPr lang="en-US"/>
        </a:p>
      </dgm:t>
    </dgm:pt>
    <dgm:pt modelId="{9ABB847D-4948-4CC0-8E7F-D18FAA7C7AD5}" type="sibTrans" cxnId="{E048C611-AFB4-4F53-9BF7-18493CA1FBDB}">
      <dgm:prSet/>
      <dgm:spPr/>
      <dgm:t>
        <a:bodyPr/>
        <a:lstStyle/>
        <a:p>
          <a:endParaRPr lang="en-US"/>
        </a:p>
      </dgm:t>
    </dgm:pt>
    <dgm:pt modelId="{67C2C7D3-AB2B-4BC3-BC6A-9182A9FB3EAF}">
      <dgm:prSet/>
      <dgm:spPr/>
      <dgm:t>
        <a:bodyPr/>
        <a:lstStyle/>
        <a:p>
          <a:r>
            <a:rPr lang="fr-FR" b="0" i="0"/>
            <a:t>-</a:t>
          </a:r>
          <a:r>
            <a:rPr lang="en-US" b="0" i="0"/>
            <a:t> KPIs adaptés au métier</a:t>
          </a:r>
          <a:endParaRPr lang="en-US"/>
        </a:p>
      </dgm:t>
    </dgm:pt>
    <dgm:pt modelId="{E70BCB7C-9480-4CCA-86DF-136B255F5F2A}" type="parTrans" cxnId="{1A89956E-7845-4A59-B02D-E5DEC71A7F04}">
      <dgm:prSet/>
      <dgm:spPr/>
      <dgm:t>
        <a:bodyPr/>
        <a:lstStyle/>
        <a:p>
          <a:endParaRPr lang="en-US"/>
        </a:p>
      </dgm:t>
    </dgm:pt>
    <dgm:pt modelId="{260D2EE5-A05A-4386-9287-DCB1F0B1B7F2}" type="sibTrans" cxnId="{1A89956E-7845-4A59-B02D-E5DEC71A7F04}">
      <dgm:prSet/>
      <dgm:spPr/>
      <dgm:t>
        <a:bodyPr/>
        <a:lstStyle/>
        <a:p>
          <a:endParaRPr lang="en-US"/>
        </a:p>
      </dgm:t>
    </dgm:pt>
    <dgm:pt modelId="{E909E2F9-937E-0848-BDF9-C799C6AEA03D}" type="pres">
      <dgm:prSet presAssocID="{383CCC32-2DD4-4E36-AF79-496AAEFE6028}" presName="outerComposite" presStyleCnt="0">
        <dgm:presLayoutVars>
          <dgm:chMax val="5"/>
          <dgm:dir/>
          <dgm:resizeHandles val="exact"/>
        </dgm:presLayoutVars>
      </dgm:prSet>
      <dgm:spPr/>
    </dgm:pt>
    <dgm:pt modelId="{91F35EB5-5CD2-924C-A93B-ACBE49DE63F4}" type="pres">
      <dgm:prSet presAssocID="{383CCC32-2DD4-4E36-AF79-496AAEFE6028}" presName="dummyMaxCanvas" presStyleCnt="0">
        <dgm:presLayoutVars/>
      </dgm:prSet>
      <dgm:spPr/>
    </dgm:pt>
    <dgm:pt modelId="{BBD248BD-3A22-8140-A0D9-157E5C6C3C4F}" type="pres">
      <dgm:prSet presAssocID="{383CCC32-2DD4-4E36-AF79-496AAEFE6028}" presName="FiveNodes_1" presStyleLbl="node1" presStyleIdx="0" presStyleCnt="5">
        <dgm:presLayoutVars>
          <dgm:bulletEnabled val="1"/>
        </dgm:presLayoutVars>
      </dgm:prSet>
      <dgm:spPr/>
    </dgm:pt>
    <dgm:pt modelId="{3D5140A2-0E3B-7E4E-8C14-9F0EEDBFC8BC}" type="pres">
      <dgm:prSet presAssocID="{383CCC32-2DD4-4E36-AF79-496AAEFE6028}" presName="FiveNodes_2" presStyleLbl="node1" presStyleIdx="1" presStyleCnt="5">
        <dgm:presLayoutVars>
          <dgm:bulletEnabled val="1"/>
        </dgm:presLayoutVars>
      </dgm:prSet>
      <dgm:spPr/>
    </dgm:pt>
    <dgm:pt modelId="{57AFD5C9-8A49-554E-BCC2-61A300EB96F8}" type="pres">
      <dgm:prSet presAssocID="{383CCC32-2DD4-4E36-AF79-496AAEFE6028}" presName="FiveNodes_3" presStyleLbl="node1" presStyleIdx="2" presStyleCnt="5">
        <dgm:presLayoutVars>
          <dgm:bulletEnabled val="1"/>
        </dgm:presLayoutVars>
      </dgm:prSet>
      <dgm:spPr/>
    </dgm:pt>
    <dgm:pt modelId="{7D21BE1C-F758-0F4E-AECF-745564A583DD}" type="pres">
      <dgm:prSet presAssocID="{383CCC32-2DD4-4E36-AF79-496AAEFE6028}" presName="FiveNodes_4" presStyleLbl="node1" presStyleIdx="3" presStyleCnt="5">
        <dgm:presLayoutVars>
          <dgm:bulletEnabled val="1"/>
        </dgm:presLayoutVars>
      </dgm:prSet>
      <dgm:spPr/>
    </dgm:pt>
    <dgm:pt modelId="{A6530EF0-2AF7-8A4F-8E3B-3110F6D319C8}" type="pres">
      <dgm:prSet presAssocID="{383CCC32-2DD4-4E36-AF79-496AAEFE6028}" presName="FiveNodes_5" presStyleLbl="node1" presStyleIdx="4" presStyleCnt="5">
        <dgm:presLayoutVars>
          <dgm:bulletEnabled val="1"/>
        </dgm:presLayoutVars>
      </dgm:prSet>
      <dgm:spPr/>
    </dgm:pt>
    <dgm:pt modelId="{D257EDFE-03C5-DC49-B289-0183F0574AFD}" type="pres">
      <dgm:prSet presAssocID="{383CCC32-2DD4-4E36-AF79-496AAEFE6028}" presName="FiveConn_1-2" presStyleLbl="fgAccFollowNode1" presStyleIdx="0" presStyleCnt="4">
        <dgm:presLayoutVars>
          <dgm:bulletEnabled val="1"/>
        </dgm:presLayoutVars>
      </dgm:prSet>
      <dgm:spPr/>
    </dgm:pt>
    <dgm:pt modelId="{B3AA6B50-CAAF-8048-B4A0-4ADC1E00B918}" type="pres">
      <dgm:prSet presAssocID="{383CCC32-2DD4-4E36-AF79-496AAEFE6028}" presName="FiveConn_2-3" presStyleLbl="fgAccFollowNode1" presStyleIdx="1" presStyleCnt="4">
        <dgm:presLayoutVars>
          <dgm:bulletEnabled val="1"/>
        </dgm:presLayoutVars>
      </dgm:prSet>
      <dgm:spPr/>
    </dgm:pt>
    <dgm:pt modelId="{852B1373-4782-6245-9661-9A53A7B771E9}" type="pres">
      <dgm:prSet presAssocID="{383CCC32-2DD4-4E36-AF79-496AAEFE6028}" presName="FiveConn_3-4" presStyleLbl="fgAccFollowNode1" presStyleIdx="2" presStyleCnt="4">
        <dgm:presLayoutVars>
          <dgm:bulletEnabled val="1"/>
        </dgm:presLayoutVars>
      </dgm:prSet>
      <dgm:spPr/>
    </dgm:pt>
    <dgm:pt modelId="{C0CE76EC-CDE6-7247-90B0-CC6F2E53A757}" type="pres">
      <dgm:prSet presAssocID="{383CCC32-2DD4-4E36-AF79-496AAEFE6028}" presName="FiveConn_4-5" presStyleLbl="fgAccFollowNode1" presStyleIdx="3" presStyleCnt="4">
        <dgm:presLayoutVars>
          <dgm:bulletEnabled val="1"/>
        </dgm:presLayoutVars>
      </dgm:prSet>
      <dgm:spPr/>
    </dgm:pt>
    <dgm:pt modelId="{9DA149F2-88A9-BC41-AE28-E6A356D0AEC4}" type="pres">
      <dgm:prSet presAssocID="{383CCC32-2DD4-4E36-AF79-496AAEFE6028}" presName="FiveNodes_1_text" presStyleLbl="node1" presStyleIdx="4" presStyleCnt="5">
        <dgm:presLayoutVars>
          <dgm:bulletEnabled val="1"/>
        </dgm:presLayoutVars>
      </dgm:prSet>
      <dgm:spPr/>
    </dgm:pt>
    <dgm:pt modelId="{A120086C-1760-A04C-BB5A-3CA9B9442213}" type="pres">
      <dgm:prSet presAssocID="{383CCC32-2DD4-4E36-AF79-496AAEFE6028}" presName="FiveNodes_2_text" presStyleLbl="node1" presStyleIdx="4" presStyleCnt="5">
        <dgm:presLayoutVars>
          <dgm:bulletEnabled val="1"/>
        </dgm:presLayoutVars>
      </dgm:prSet>
      <dgm:spPr/>
    </dgm:pt>
    <dgm:pt modelId="{B98DD2AA-B658-4B4C-AC69-D8A5262CB0C1}" type="pres">
      <dgm:prSet presAssocID="{383CCC32-2DD4-4E36-AF79-496AAEFE6028}" presName="FiveNodes_3_text" presStyleLbl="node1" presStyleIdx="4" presStyleCnt="5">
        <dgm:presLayoutVars>
          <dgm:bulletEnabled val="1"/>
        </dgm:presLayoutVars>
      </dgm:prSet>
      <dgm:spPr/>
    </dgm:pt>
    <dgm:pt modelId="{791DB2FA-0A64-804D-AEA8-5BDFEC873B40}" type="pres">
      <dgm:prSet presAssocID="{383CCC32-2DD4-4E36-AF79-496AAEFE6028}" presName="FiveNodes_4_text" presStyleLbl="node1" presStyleIdx="4" presStyleCnt="5">
        <dgm:presLayoutVars>
          <dgm:bulletEnabled val="1"/>
        </dgm:presLayoutVars>
      </dgm:prSet>
      <dgm:spPr/>
    </dgm:pt>
    <dgm:pt modelId="{520F30DD-55F0-0945-BD3F-93EDDC8CC854}" type="pres">
      <dgm:prSet presAssocID="{383CCC32-2DD4-4E36-AF79-496AAEFE602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048C611-AFB4-4F53-9BF7-18493CA1FBDB}" srcId="{383CCC32-2DD4-4E36-AF79-496AAEFE6028}" destId="{FFC6125E-90E1-41EA-989C-610A7086B5B5}" srcOrd="3" destOrd="0" parTransId="{B448C6E6-1E64-4155-BA74-B04DFBF28BAD}" sibTransId="{9ABB847D-4948-4CC0-8E7F-D18FAA7C7AD5}"/>
    <dgm:cxn modelId="{2D4DF511-9C4E-5340-807E-760A93FF9AD4}" type="presOf" srcId="{9D1DD59D-1067-4F38-9DDA-E6D216B0A989}" destId="{D257EDFE-03C5-DC49-B289-0183F0574AFD}" srcOrd="0" destOrd="0" presId="urn:microsoft.com/office/officeart/2005/8/layout/vProcess5"/>
    <dgm:cxn modelId="{5DDE8F1F-F33A-6148-8FA4-10EE7E50BBF6}" type="presOf" srcId="{FFC6125E-90E1-41EA-989C-610A7086B5B5}" destId="{7D21BE1C-F758-0F4E-AECF-745564A583DD}" srcOrd="0" destOrd="0" presId="urn:microsoft.com/office/officeart/2005/8/layout/vProcess5"/>
    <dgm:cxn modelId="{C328E725-93EB-6E44-9366-CA41FBBBA3A5}" type="presOf" srcId="{67C2C7D3-AB2B-4BC3-BC6A-9182A9FB3EAF}" destId="{A6530EF0-2AF7-8A4F-8E3B-3110F6D319C8}" srcOrd="0" destOrd="0" presId="urn:microsoft.com/office/officeart/2005/8/layout/vProcess5"/>
    <dgm:cxn modelId="{80096626-E220-4EBF-A781-CECE7272A8A3}" srcId="{383CCC32-2DD4-4E36-AF79-496AAEFE6028}" destId="{97E5EDEE-E1A7-4909-9047-5EF564172056}" srcOrd="2" destOrd="0" parTransId="{E698A12F-C854-4508-9B52-B0BA8212D0DA}" sibTransId="{3D32AFE9-3D24-448C-9829-650B30933D24}"/>
    <dgm:cxn modelId="{785ECD32-7312-465E-8EC2-621C4149708F}" srcId="{383CCC32-2DD4-4E36-AF79-496AAEFE6028}" destId="{83387F7E-A461-4499-BDB0-C17EF5B12E1A}" srcOrd="0" destOrd="0" parTransId="{678577E9-7EB6-4EC9-81A5-BD5BDB610FDC}" sibTransId="{9D1DD59D-1067-4F38-9DDA-E6D216B0A989}"/>
    <dgm:cxn modelId="{592E163A-AB7F-9643-B8C6-6FB9738D29D7}" type="presOf" srcId="{3D32AFE9-3D24-448C-9829-650B30933D24}" destId="{852B1373-4782-6245-9661-9A53A7B771E9}" srcOrd="0" destOrd="0" presId="urn:microsoft.com/office/officeart/2005/8/layout/vProcess5"/>
    <dgm:cxn modelId="{8D911040-6AD9-684C-AD22-4A006F0F4477}" type="presOf" srcId="{99B48FB2-288D-4590-B32B-7F0E31E289C0}" destId="{A120086C-1760-A04C-BB5A-3CA9B9442213}" srcOrd="1" destOrd="0" presId="urn:microsoft.com/office/officeart/2005/8/layout/vProcess5"/>
    <dgm:cxn modelId="{F5E70E48-680D-384F-8690-34049C2D5251}" type="presOf" srcId="{83387F7E-A461-4499-BDB0-C17EF5B12E1A}" destId="{9DA149F2-88A9-BC41-AE28-E6A356D0AEC4}" srcOrd="1" destOrd="0" presId="urn:microsoft.com/office/officeart/2005/8/layout/vProcess5"/>
    <dgm:cxn modelId="{F8FEB96D-8ACF-F444-8DEC-D1B56D38AE8B}" type="presOf" srcId="{99B48FB2-288D-4590-B32B-7F0E31E289C0}" destId="{3D5140A2-0E3B-7E4E-8C14-9F0EEDBFC8BC}" srcOrd="0" destOrd="0" presId="urn:microsoft.com/office/officeart/2005/8/layout/vProcess5"/>
    <dgm:cxn modelId="{1A89956E-7845-4A59-B02D-E5DEC71A7F04}" srcId="{383CCC32-2DD4-4E36-AF79-496AAEFE6028}" destId="{67C2C7D3-AB2B-4BC3-BC6A-9182A9FB3EAF}" srcOrd="4" destOrd="0" parTransId="{E70BCB7C-9480-4CCA-86DF-136B255F5F2A}" sibTransId="{260D2EE5-A05A-4386-9287-DCB1F0B1B7F2}"/>
    <dgm:cxn modelId="{E71E7973-3EB7-5E45-9CEF-318B50E9CFAF}" type="presOf" srcId="{9ABB847D-4948-4CC0-8E7F-D18FAA7C7AD5}" destId="{C0CE76EC-CDE6-7247-90B0-CC6F2E53A757}" srcOrd="0" destOrd="0" presId="urn:microsoft.com/office/officeart/2005/8/layout/vProcess5"/>
    <dgm:cxn modelId="{6EE3AB9C-24E7-8943-A0B6-7EB6754A663F}" type="presOf" srcId="{83387F7E-A461-4499-BDB0-C17EF5B12E1A}" destId="{BBD248BD-3A22-8140-A0D9-157E5C6C3C4F}" srcOrd="0" destOrd="0" presId="urn:microsoft.com/office/officeart/2005/8/layout/vProcess5"/>
    <dgm:cxn modelId="{F22315AA-493C-524F-93B3-8E10A226D6BC}" type="presOf" srcId="{97E5EDEE-E1A7-4909-9047-5EF564172056}" destId="{57AFD5C9-8A49-554E-BCC2-61A300EB96F8}" srcOrd="0" destOrd="0" presId="urn:microsoft.com/office/officeart/2005/8/layout/vProcess5"/>
    <dgm:cxn modelId="{E5BFB7AA-AE8A-B541-B6D7-5B0826DD15AC}" type="presOf" srcId="{FFC6125E-90E1-41EA-989C-610A7086B5B5}" destId="{791DB2FA-0A64-804D-AEA8-5BDFEC873B40}" srcOrd="1" destOrd="0" presId="urn:microsoft.com/office/officeart/2005/8/layout/vProcess5"/>
    <dgm:cxn modelId="{C75A67B8-DE4A-48D7-84B3-37CA0C44F9ED}" srcId="{383CCC32-2DD4-4E36-AF79-496AAEFE6028}" destId="{99B48FB2-288D-4590-B32B-7F0E31E289C0}" srcOrd="1" destOrd="0" parTransId="{9E0ACAA4-A7F4-4299-AE86-462C55530241}" sibTransId="{C38B7FA3-E973-4C07-B1AB-6BBBF2211C08}"/>
    <dgm:cxn modelId="{EC0BAAC8-B591-D648-B4D3-07A0E9F7FB7B}" type="presOf" srcId="{383CCC32-2DD4-4E36-AF79-496AAEFE6028}" destId="{E909E2F9-937E-0848-BDF9-C799C6AEA03D}" srcOrd="0" destOrd="0" presId="urn:microsoft.com/office/officeart/2005/8/layout/vProcess5"/>
    <dgm:cxn modelId="{9934D3CE-6D40-D145-8A6A-DEE426604515}" type="presOf" srcId="{97E5EDEE-E1A7-4909-9047-5EF564172056}" destId="{B98DD2AA-B658-4B4C-AC69-D8A5262CB0C1}" srcOrd="1" destOrd="0" presId="urn:microsoft.com/office/officeart/2005/8/layout/vProcess5"/>
    <dgm:cxn modelId="{DBA2E9DA-304C-7549-9E62-53BAA8D7CCB3}" type="presOf" srcId="{67C2C7D3-AB2B-4BC3-BC6A-9182A9FB3EAF}" destId="{520F30DD-55F0-0945-BD3F-93EDDC8CC854}" srcOrd="1" destOrd="0" presId="urn:microsoft.com/office/officeart/2005/8/layout/vProcess5"/>
    <dgm:cxn modelId="{BAA838EE-C9A4-A141-9B6A-B345B32C65C9}" type="presOf" srcId="{C38B7FA3-E973-4C07-B1AB-6BBBF2211C08}" destId="{B3AA6B50-CAAF-8048-B4A0-4ADC1E00B918}" srcOrd="0" destOrd="0" presId="urn:microsoft.com/office/officeart/2005/8/layout/vProcess5"/>
    <dgm:cxn modelId="{5E857F1C-2D3C-7A44-BB4E-B9882BBE1CBE}" type="presParOf" srcId="{E909E2F9-937E-0848-BDF9-C799C6AEA03D}" destId="{91F35EB5-5CD2-924C-A93B-ACBE49DE63F4}" srcOrd="0" destOrd="0" presId="urn:microsoft.com/office/officeart/2005/8/layout/vProcess5"/>
    <dgm:cxn modelId="{22DF5A33-8187-624C-AA0C-3C53CEADF94E}" type="presParOf" srcId="{E909E2F9-937E-0848-BDF9-C799C6AEA03D}" destId="{BBD248BD-3A22-8140-A0D9-157E5C6C3C4F}" srcOrd="1" destOrd="0" presId="urn:microsoft.com/office/officeart/2005/8/layout/vProcess5"/>
    <dgm:cxn modelId="{4814EF18-14BF-0E4C-947F-02A198CFE4BC}" type="presParOf" srcId="{E909E2F9-937E-0848-BDF9-C799C6AEA03D}" destId="{3D5140A2-0E3B-7E4E-8C14-9F0EEDBFC8BC}" srcOrd="2" destOrd="0" presId="urn:microsoft.com/office/officeart/2005/8/layout/vProcess5"/>
    <dgm:cxn modelId="{2D0077A8-ABEA-1A45-9702-96DFEA4F90AF}" type="presParOf" srcId="{E909E2F9-937E-0848-BDF9-C799C6AEA03D}" destId="{57AFD5C9-8A49-554E-BCC2-61A300EB96F8}" srcOrd="3" destOrd="0" presId="urn:microsoft.com/office/officeart/2005/8/layout/vProcess5"/>
    <dgm:cxn modelId="{066161FB-F8E4-FD4A-893A-8B044B63F66C}" type="presParOf" srcId="{E909E2F9-937E-0848-BDF9-C799C6AEA03D}" destId="{7D21BE1C-F758-0F4E-AECF-745564A583DD}" srcOrd="4" destOrd="0" presId="urn:microsoft.com/office/officeart/2005/8/layout/vProcess5"/>
    <dgm:cxn modelId="{ED180A21-8FF4-CC48-8B48-8EC511543709}" type="presParOf" srcId="{E909E2F9-937E-0848-BDF9-C799C6AEA03D}" destId="{A6530EF0-2AF7-8A4F-8E3B-3110F6D319C8}" srcOrd="5" destOrd="0" presId="urn:microsoft.com/office/officeart/2005/8/layout/vProcess5"/>
    <dgm:cxn modelId="{D6DFEC1F-67B9-EA4E-A1ED-B44D8F86ED21}" type="presParOf" srcId="{E909E2F9-937E-0848-BDF9-C799C6AEA03D}" destId="{D257EDFE-03C5-DC49-B289-0183F0574AFD}" srcOrd="6" destOrd="0" presId="urn:microsoft.com/office/officeart/2005/8/layout/vProcess5"/>
    <dgm:cxn modelId="{642B1499-A13A-D545-BDFE-68D5221EC7FD}" type="presParOf" srcId="{E909E2F9-937E-0848-BDF9-C799C6AEA03D}" destId="{B3AA6B50-CAAF-8048-B4A0-4ADC1E00B918}" srcOrd="7" destOrd="0" presId="urn:microsoft.com/office/officeart/2005/8/layout/vProcess5"/>
    <dgm:cxn modelId="{7DAAA632-F581-EF41-B669-C60D6CE6D304}" type="presParOf" srcId="{E909E2F9-937E-0848-BDF9-C799C6AEA03D}" destId="{852B1373-4782-6245-9661-9A53A7B771E9}" srcOrd="8" destOrd="0" presId="urn:microsoft.com/office/officeart/2005/8/layout/vProcess5"/>
    <dgm:cxn modelId="{4C8E88C0-2855-7A43-BA53-DFA1205378B7}" type="presParOf" srcId="{E909E2F9-937E-0848-BDF9-C799C6AEA03D}" destId="{C0CE76EC-CDE6-7247-90B0-CC6F2E53A757}" srcOrd="9" destOrd="0" presId="urn:microsoft.com/office/officeart/2005/8/layout/vProcess5"/>
    <dgm:cxn modelId="{2603C4EE-D542-D243-999B-970D5B47106B}" type="presParOf" srcId="{E909E2F9-937E-0848-BDF9-C799C6AEA03D}" destId="{9DA149F2-88A9-BC41-AE28-E6A356D0AEC4}" srcOrd="10" destOrd="0" presId="urn:microsoft.com/office/officeart/2005/8/layout/vProcess5"/>
    <dgm:cxn modelId="{F814DF5C-A511-B146-9539-D5A35D62261F}" type="presParOf" srcId="{E909E2F9-937E-0848-BDF9-C799C6AEA03D}" destId="{A120086C-1760-A04C-BB5A-3CA9B9442213}" srcOrd="11" destOrd="0" presId="urn:microsoft.com/office/officeart/2005/8/layout/vProcess5"/>
    <dgm:cxn modelId="{C6D314F4-FDFA-D54E-8D14-962BBA8D0473}" type="presParOf" srcId="{E909E2F9-937E-0848-BDF9-C799C6AEA03D}" destId="{B98DD2AA-B658-4B4C-AC69-D8A5262CB0C1}" srcOrd="12" destOrd="0" presId="urn:microsoft.com/office/officeart/2005/8/layout/vProcess5"/>
    <dgm:cxn modelId="{E01E4250-717E-5B4E-B8F9-9990EBEBEAE6}" type="presParOf" srcId="{E909E2F9-937E-0848-BDF9-C799C6AEA03D}" destId="{791DB2FA-0A64-804D-AEA8-5BDFEC873B40}" srcOrd="13" destOrd="0" presId="urn:microsoft.com/office/officeart/2005/8/layout/vProcess5"/>
    <dgm:cxn modelId="{3AFB2347-F3C5-9A4A-9E07-930FF2C368B4}" type="presParOf" srcId="{E909E2F9-937E-0848-BDF9-C799C6AEA03D}" destId="{520F30DD-55F0-0945-BD3F-93EDDC8CC85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1CE367A-C12B-4C86-AF18-540D5385907A}" type="doc">
      <dgm:prSet loTypeId="urn:microsoft.com/office/officeart/2005/8/layout/process4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BEB4120-7467-45DE-9218-202A2FDE3A6F}">
      <dgm:prSet/>
      <dgm:spPr/>
      <dgm:t>
        <a:bodyPr/>
        <a:lstStyle/>
        <a:p>
          <a:r>
            <a:rPr lang="fr-FR"/>
            <a:t>- </a:t>
          </a:r>
          <a:r>
            <a:rPr lang="en-US"/>
            <a:t>Développer une interface utilisateur connectée à la RESTful API.</a:t>
          </a:r>
        </a:p>
      </dgm:t>
    </dgm:pt>
    <dgm:pt modelId="{4701079B-1207-487E-8498-4EBDDAB93850}" type="parTrans" cxnId="{D908934F-845A-4F1D-9E51-4320AA1D4ABE}">
      <dgm:prSet/>
      <dgm:spPr/>
      <dgm:t>
        <a:bodyPr/>
        <a:lstStyle/>
        <a:p>
          <a:endParaRPr lang="en-US"/>
        </a:p>
      </dgm:t>
    </dgm:pt>
    <dgm:pt modelId="{13E795D4-520F-4E05-B4A9-A79C103A6D3F}" type="sibTrans" cxnId="{D908934F-845A-4F1D-9E51-4320AA1D4ABE}">
      <dgm:prSet/>
      <dgm:spPr/>
      <dgm:t>
        <a:bodyPr/>
        <a:lstStyle/>
        <a:p>
          <a:endParaRPr lang="en-US"/>
        </a:p>
      </dgm:t>
    </dgm:pt>
    <dgm:pt modelId="{28528D7F-DEAA-45A6-9E91-CF64996EEA1C}">
      <dgm:prSet/>
      <dgm:spPr/>
      <dgm:t>
        <a:bodyPr/>
        <a:lstStyle/>
        <a:p>
          <a:r>
            <a:rPr lang="fr-FR"/>
            <a:t>- </a:t>
          </a:r>
          <a:r>
            <a:rPr lang="en-US"/>
            <a:t>Deux options :</a:t>
          </a:r>
        </a:p>
      </dgm:t>
    </dgm:pt>
    <dgm:pt modelId="{A9D8F94E-6AE5-4C93-AA94-603C56EEDAAB}" type="parTrans" cxnId="{45602C6E-D9C1-4B37-8BC7-559ACB5C88EE}">
      <dgm:prSet/>
      <dgm:spPr/>
      <dgm:t>
        <a:bodyPr/>
        <a:lstStyle/>
        <a:p>
          <a:endParaRPr lang="en-US"/>
        </a:p>
      </dgm:t>
    </dgm:pt>
    <dgm:pt modelId="{C0B3FAAD-8260-4802-9E13-82F4E97F540E}" type="sibTrans" cxnId="{45602C6E-D9C1-4B37-8BC7-559ACB5C88EE}">
      <dgm:prSet/>
      <dgm:spPr/>
      <dgm:t>
        <a:bodyPr/>
        <a:lstStyle/>
        <a:p>
          <a:endParaRPr lang="en-US"/>
        </a:p>
      </dgm:t>
    </dgm:pt>
    <dgm:pt modelId="{6846B302-7ACE-46FD-B4F5-CD565CD7E2DD}">
      <dgm:prSet/>
      <dgm:spPr/>
      <dgm:t>
        <a:bodyPr/>
        <a:lstStyle/>
        <a:p>
          <a:r>
            <a:rPr lang="en-US"/>
            <a:t>• Application web</a:t>
          </a:r>
        </a:p>
      </dgm:t>
    </dgm:pt>
    <dgm:pt modelId="{9CB1DA75-31F5-45E6-8622-E9698B97D30E}" type="parTrans" cxnId="{7E75A774-E1F0-43AB-AE6A-03713076E36F}">
      <dgm:prSet/>
      <dgm:spPr/>
      <dgm:t>
        <a:bodyPr/>
        <a:lstStyle/>
        <a:p>
          <a:endParaRPr lang="en-US"/>
        </a:p>
      </dgm:t>
    </dgm:pt>
    <dgm:pt modelId="{E6B507A8-C6D0-4141-83F2-858FDBBE8A8E}" type="sibTrans" cxnId="{7E75A774-E1F0-43AB-AE6A-03713076E36F}">
      <dgm:prSet/>
      <dgm:spPr/>
      <dgm:t>
        <a:bodyPr/>
        <a:lstStyle/>
        <a:p>
          <a:endParaRPr lang="en-US"/>
        </a:p>
      </dgm:t>
    </dgm:pt>
    <dgm:pt modelId="{F1E19ECC-2892-4B43-ADFF-D4DEA7DFDAD4}">
      <dgm:prSet/>
      <dgm:spPr/>
      <dgm:t>
        <a:bodyPr/>
        <a:lstStyle/>
        <a:p>
          <a:r>
            <a:rPr lang="en-US"/>
            <a:t>• Application mobile (Android / iOS / Cross-platform)</a:t>
          </a:r>
        </a:p>
      </dgm:t>
    </dgm:pt>
    <dgm:pt modelId="{6913AB99-0BBB-455B-B1A3-186284C78E8B}" type="parTrans" cxnId="{6F8B2A8B-3A88-40CE-B2F0-8DFE37FDC5E2}">
      <dgm:prSet/>
      <dgm:spPr/>
      <dgm:t>
        <a:bodyPr/>
        <a:lstStyle/>
        <a:p>
          <a:endParaRPr lang="en-US"/>
        </a:p>
      </dgm:t>
    </dgm:pt>
    <dgm:pt modelId="{5D9F82E5-3842-4E20-9329-3F3190D06453}" type="sibTrans" cxnId="{6F8B2A8B-3A88-40CE-B2F0-8DFE37FDC5E2}">
      <dgm:prSet/>
      <dgm:spPr/>
      <dgm:t>
        <a:bodyPr/>
        <a:lstStyle/>
        <a:p>
          <a:endParaRPr lang="en-US"/>
        </a:p>
      </dgm:t>
    </dgm:pt>
    <dgm:pt modelId="{2C4896AE-9568-AE4F-A93A-4F1E8E9E4695}" type="pres">
      <dgm:prSet presAssocID="{B1CE367A-C12B-4C86-AF18-540D5385907A}" presName="Name0" presStyleCnt="0">
        <dgm:presLayoutVars>
          <dgm:dir/>
          <dgm:animLvl val="lvl"/>
          <dgm:resizeHandles val="exact"/>
        </dgm:presLayoutVars>
      </dgm:prSet>
      <dgm:spPr/>
    </dgm:pt>
    <dgm:pt modelId="{AB990363-6673-D947-935C-85AE31BD2357}" type="pres">
      <dgm:prSet presAssocID="{28528D7F-DEAA-45A6-9E91-CF64996EEA1C}" presName="boxAndChildren" presStyleCnt="0"/>
      <dgm:spPr/>
    </dgm:pt>
    <dgm:pt modelId="{D0127302-A5D3-294E-805B-29277E97F4CB}" type="pres">
      <dgm:prSet presAssocID="{28528D7F-DEAA-45A6-9E91-CF64996EEA1C}" presName="parentTextBox" presStyleLbl="node1" presStyleIdx="0" presStyleCnt="2"/>
      <dgm:spPr/>
    </dgm:pt>
    <dgm:pt modelId="{B1D1E3AE-3E29-E94B-8678-1C52D4451E67}" type="pres">
      <dgm:prSet presAssocID="{28528D7F-DEAA-45A6-9E91-CF64996EEA1C}" presName="entireBox" presStyleLbl="node1" presStyleIdx="0" presStyleCnt="2"/>
      <dgm:spPr/>
    </dgm:pt>
    <dgm:pt modelId="{2381B05E-27B8-B84C-8517-4F4174A66428}" type="pres">
      <dgm:prSet presAssocID="{28528D7F-DEAA-45A6-9E91-CF64996EEA1C}" presName="descendantBox" presStyleCnt="0"/>
      <dgm:spPr/>
    </dgm:pt>
    <dgm:pt modelId="{078A022C-545E-E445-8B12-3348A431C0BB}" type="pres">
      <dgm:prSet presAssocID="{6846B302-7ACE-46FD-B4F5-CD565CD7E2DD}" presName="childTextBox" presStyleLbl="fgAccFollowNode1" presStyleIdx="0" presStyleCnt="2">
        <dgm:presLayoutVars>
          <dgm:bulletEnabled val="1"/>
        </dgm:presLayoutVars>
      </dgm:prSet>
      <dgm:spPr/>
    </dgm:pt>
    <dgm:pt modelId="{437C9F0E-705E-9D43-9A1D-DAC6D5C00388}" type="pres">
      <dgm:prSet presAssocID="{F1E19ECC-2892-4B43-ADFF-D4DEA7DFDAD4}" presName="childTextBox" presStyleLbl="fgAccFollowNode1" presStyleIdx="1" presStyleCnt="2">
        <dgm:presLayoutVars>
          <dgm:bulletEnabled val="1"/>
        </dgm:presLayoutVars>
      </dgm:prSet>
      <dgm:spPr/>
    </dgm:pt>
    <dgm:pt modelId="{DAB393E8-F5DF-7445-9BE6-A59875E942BD}" type="pres">
      <dgm:prSet presAssocID="{13E795D4-520F-4E05-B4A9-A79C103A6D3F}" presName="sp" presStyleCnt="0"/>
      <dgm:spPr/>
    </dgm:pt>
    <dgm:pt modelId="{25AF1C4E-CE96-8247-BFF0-E77608EA1E3D}" type="pres">
      <dgm:prSet presAssocID="{6BEB4120-7467-45DE-9218-202A2FDE3A6F}" presName="arrowAndChildren" presStyleCnt="0"/>
      <dgm:spPr/>
    </dgm:pt>
    <dgm:pt modelId="{1BB1577F-2BF5-8B41-B273-C7C8950C5174}" type="pres">
      <dgm:prSet presAssocID="{6BEB4120-7467-45DE-9218-202A2FDE3A6F}" presName="parentTextArrow" presStyleLbl="node1" presStyleIdx="1" presStyleCnt="2"/>
      <dgm:spPr/>
    </dgm:pt>
  </dgm:ptLst>
  <dgm:cxnLst>
    <dgm:cxn modelId="{F43B020D-9AC1-8842-8BD6-D7760CD6AA2A}" type="presOf" srcId="{6846B302-7ACE-46FD-B4F5-CD565CD7E2DD}" destId="{078A022C-545E-E445-8B12-3348A431C0BB}" srcOrd="0" destOrd="0" presId="urn:microsoft.com/office/officeart/2005/8/layout/process4"/>
    <dgm:cxn modelId="{D908934F-845A-4F1D-9E51-4320AA1D4ABE}" srcId="{B1CE367A-C12B-4C86-AF18-540D5385907A}" destId="{6BEB4120-7467-45DE-9218-202A2FDE3A6F}" srcOrd="0" destOrd="0" parTransId="{4701079B-1207-487E-8498-4EBDDAB93850}" sibTransId="{13E795D4-520F-4E05-B4A9-A79C103A6D3F}"/>
    <dgm:cxn modelId="{B6933F55-F839-6544-A17D-CB5AE9889653}" type="presOf" srcId="{28528D7F-DEAA-45A6-9E91-CF64996EEA1C}" destId="{B1D1E3AE-3E29-E94B-8678-1C52D4451E67}" srcOrd="1" destOrd="0" presId="urn:microsoft.com/office/officeart/2005/8/layout/process4"/>
    <dgm:cxn modelId="{45602C6E-D9C1-4B37-8BC7-559ACB5C88EE}" srcId="{B1CE367A-C12B-4C86-AF18-540D5385907A}" destId="{28528D7F-DEAA-45A6-9E91-CF64996EEA1C}" srcOrd="1" destOrd="0" parTransId="{A9D8F94E-6AE5-4C93-AA94-603C56EEDAAB}" sibTransId="{C0B3FAAD-8260-4802-9E13-82F4E97F540E}"/>
    <dgm:cxn modelId="{7E75A774-E1F0-43AB-AE6A-03713076E36F}" srcId="{28528D7F-DEAA-45A6-9E91-CF64996EEA1C}" destId="{6846B302-7ACE-46FD-B4F5-CD565CD7E2DD}" srcOrd="0" destOrd="0" parTransId="{9CB1DA75-31F5-45E6-8622-E9698B97D30E}" sibTransId="{E6B507A8-C6D0-4141-83F2-858FDBBE8A8E}"/>
    <dgm:cxn modelId="{6F8B2A8B-3A88-40CE-B2F0-8DFE37FDC5E2}" srcId="{28528D7F-DEAA-45A6-9E91-CF64996EEA1C}" destId="{F1E19ECC-2892-4B43-ADFF-D4DEA7DFDAD4}" srcOrd="1" destOrd="0" parTransId="{6913AB99-0BBB-455B-B1A3-186284C78E8B}" sibTransId="{5D9F82E5-3842-4E20-9329-3F3190D06453}"/>
    <dgm:cxn modelId="{448435A5-5337-6D49-9097-5FE9D1DE6F93}" type="presOf" srcId="{B1CE367A-C12B-4C86-AF18-540D5385907A}" destId="{2C4896AE-9568-AE4F-A93A-4F1E8E9E4695}" srcOrd="0" destOrd="0" presId="urn:microsoft.com/office/officeart/2005/8/layout/process4"/>
    <dgm:cxn modelId="{A5440ABE-75E2-8940-A80B-6128E9251FC9}" type="presOf" srcId="{6BEB4120-7467-45DE-9218-202A2FDE3A6F}" destId="{1BB1577F-2BF5-8B41-B273-C7C8950C5174}" srcOrd="0" destOrd="0" presId="urn:microsoft.com/office/officeart/2005/8/layout/process4"/>
    <dgm:cxn modelId="{9F0540C6-15D2-4447-9B86-E84AE3F31307}" type="presOf" srcId="{28528D7F-DEAA-45A6-9E91-CF64996EEA1C}" destId="{D0127302-A5D3-294E-805B-29277E97F4CB}" srcOrd="0" destOrd="0" presId="urn:microsoft.com/office/officeart/2005/8/layout/process4"/>
    <dgm:cxn modelId="{61C001E3-B4EA-964C-831D-C04491B54686}" type="presOf" srcId="{F1E19ECC-2892-4B43-ADFF-D4DEA7DFDAD4}" destId="{437C9F0E-705E-9D43-9A1D-DAC6D5C00388}" srcOrd="0" destOrd="0" presId="urn:microsoft.com/office/officeart/2005/8/layout/process4"/>
    <dgm:cxn modelId="{EB4F8468-5959-104D-B51E-DAB0825EA1A3}" type="presParOf" srcId="{2C4896AE-9568-AE4F-A93A-4F1E8E9E4695}" destId="{AB990363-6673-D947-935C-85AE31BD2357}" srcOrd="0" destOrd="0" presId="urn:microsoft.com/office/officeart/2005/8/layout/process4"/>
    <dgm:cxn modelId="{3BACB2A1-FFF6-7E48-A229-F32810CE0EBC}" type="presParOf" srcId="{AB990363-6673-D947-935C-85AE31BD2357}" destId="{D0127302-A5D3-294E-805B-29277E97F4CB}" srcOrd="0" destOrd="0" presId="urn:microsoft.com/office/officeart/2005/8/layout/process4"/>
    <dgm:cxn modelId="{6E4C125D-B381-5C42-9528-C08A3F7AAFB2}" type="presParOf" srcId="{AB990363-6673-D947-935C-85AE31BD2357}" destId="{B1D1E3AE-3E29-E94B-8678-1C52D4451E67}" srcOrd="1" destOrd="0" presId="urn:microsoft.com/office/officeart/2005/8/layout/process4"/>
    <dgm:cxn modelId="{BB042BF8-B546-7644-BF41-FCEEED663CCF}" type="presParOf" srcId="{AB990363-6673-D947-935C-85AE31BD2357}" destId="{2381B05E-27B8-B84C-8517-4F4174A66428}" srcOrd="2" destOrd="0" presId="urn:microsoft.com/office/officeart/2005/8/layout/process4"/>
    <dgm:cxn modelId="{A4CD93A8-E50B-B148-908C-87F8CC00322A}" type="presParOf" srcId="{2381B05E-27B8-B84C-8517-4F4174A66428}" destId="{078A022C-545E-E445-8B12-3348A431C0BB}" srcOrd="0" destOrd="0" presId="urn:microsoft.com/office/officeart/2005/8/layout/process4"/>
    <dgm:cxn modelId="{37CBBDDC-419B-B34E-822A-5DC73A3468DD}" type="presParOf" srcId="{2381B05E-27B8-B84C-8517-4F4174A66428}" destId="{437C9F0E-705E-9D43-9A1D-DAC6D5C00388}" srcOrd="1" destOrd="0" presId="urn:microsoft.com/office/officeart/2005/8/layout/process4"/>
    <dgm:cxn modelId="{10B56FA2-3ED8-ED47-A608-14C77E6A0608}" type="presParOf" srcId="{2C4896AE-9568-AE4F-A93A-4F1E8E9E4695}" destId="{DAB393E8-F5DF-7445-9BE6-A59875E942BD}" srcOrd="1" destOrd="0" presId="urn:microsoft.com/office/officeart/2005/8/layout/process4"/>
    <dgm:cxn modelId="{72F52A9F-0E56-214E-8415-FD4188232A71}" type="presParOf" srcId="{2C4896AE-9568-AE4F-A93A-4F1E8E9E4695}" destId="{25AF1C4E-CE96-8247-BFF0-E77608EA1E3D}" srcOrd="2" destOrd="0" presId="urn:microsoft.com/office/officeart/2005/8/layout/process4"/>
    <dgm:cxn modelId="{16AC7562-CF01-714B-B6AC-33F0BDD414D0}" type="presParOf" srcId="{25AF1C4E-CE96-8247-BFF0-E77608EA1E3D}" destId="{1BB1577F-2BF5-8B41-B273-C7C8950C517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7D38BCB-96F8-406D-95E3-9D40E41FE1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F3B3B9C-1439-4727-8BAD-F1A61D9AE55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0" i="0"/>
            <a:t>- </a:t>
          </a:r>
          <a:r>
            <a:rPr lang="en-US" b="0" i="0"/>
            <a:t>Authentification : login / gestion de session</a:t>
          </a:r>
          <a:endParaRPr lang="en-US"/>
        </a:p>
      </dgm:t>
    </dgm:pt>
    <dgm:pt modelId="{4959048E-4105-4EB2-977F-9A45FEA32A1B}" type="parTrans" cxnId="{A24DCFB0-2315-413E-B140-046AFA39DA30}">
      <dgm:prSet/>
      <dgm:spPr/>
      <dgm:t>
        <a:bodyPr/>
        <a:lstStyle/>
        <a:p>
          <a:endParaRPr lang="en-US"/>
        </a:p>
      </dgm:t>
    </dgm:pt>
    <dgm:pt modelId="{4FDB26CF-6FEC-445B-B6CA-A336B78D54C4}" type="sibTrans" cxnId="{A24DCFB0-2315-413E-B140-046AFA39DA30}">
      <dgm:prSet/>
      <dgm:spPr/>
      <dgm:t>
        <a:bodyPr/>
        <a:lstStyle/>
        <a:p>
          <a:endParaRPr lang="en-US"/>
        </a:p>
      </dgm:t>
    </dgm:pt>
    <dgm:pt modelId="{44775878-5A1B-43C3-AC51-914BB66C2E9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0" i="0"/>
            <a:t>- </a:t>
          </a:r>
          <a:r>
            <a:rPr lang="en-US" b="0" i="0"/>
            <a:t>Utilisateurs : CRUD complet</a:t>
          </a:r>
          <a:endParaRPr lang="en-US"/>
        </a:p>
      </dgm:t>
    </dgm:pt>
    <dgm:pt modelId="{B7371905-2D20-49F8-B47E-F2D1FED02411}" type="parTrans" cxnId="{D1088795-6AE3-421C-86A2-75AA03BFD70A}">
      <dgm:prSet/>
      <dgm:spPr/>
      <dgm:t>
        <a:bodyPr/>
        <a:lstStyle/>
        <a:p>
          <a:endParaRPr lang="en-US"/>
        </a:p>
      </dgm:t>
    </dgm:pt>
    <dgm:pt modelId="{C63B9DC2-8887-4018-A96C-FDC4AAE231E3}" type="sibTrans" cxnId="{D1088795-6AE3-421C-86A2-75AA03BFD70A}">
      <dgm:prSet/>
      <dgm:spPr/>
      <dgm:t>
        <a:bodyPr/>
        <a:lstStyle/>
        <a:p>
          <a:endParaRPr lang="en-US"/>
        </a:p>
      </dgm:t>
    </dgm:pt>
    <dgm:pt modelId="{FC66AF20-9F79-4D9A-BDBC-1D5AE914BAB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0" i="0"/>
            <a:t>-</a:t>
          </a:r>
          <a:r>
            <a:rPr lang="en-US" b="0" i="0"/>
            <a:t> Équipes : CRUD complet</a:t>
          </a:r>
          <a:endParaRPr lang="en-US"/>
        </a:p>
      </dgm:t>
    </dgm:pt>
    <dgm:pt modelId="{32FF1DB2-40E6-400A-A54E-DA9D914945F9}" type="parTrans" cxnId="{06C47289-AAE3-42B0-8F4A-2990A7B1F639}">
      <dgm:prSet/>
      <dgm:spPr/>
      <dgm:t>
        <a:bodyPr/>
        <a:lstStyle/>
        <a:p>
          <a:endParaRPr lang="en-US"/>
        </a:p>
      </dgm:t>
    </dgm:pt>
    <dgm:pt modelId="{8CDF8F3C-8F80-47AA-B207-2E9EB6D9DA0B}" type="sibTrans" cxnId="{06C47289-AAE3-42B0-8F4A-2990A7B1F639}">
      <dgm:prSet/>
      <dgm:spPr/>
      <dgm:t>
        <a:bodyPr/>
        <a:lstStyle/>
        <a:p>
          <a:endParaRPr lang="en-US"/>
        </a:p>
      </dgm:t>
    </dgm:pt>
    <dgm:pt modelId="{01A269E4-941A-4D47-A855-4D31BD7BB7A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0" i="0"/>
            <a:t>-</a:t>
          </a:r>
          <a:r>
            <a:rPr lang="en-US" b="0" i="0"/>
            <a:t> Gestion du temps : arrivée, départ, historiques</a:t>
          </a:r>
          <a:endParaRPr lang="en-US"/>
        </a:p>
      </dgm:t>
    </dgm:pt>
    <dgm:pt modelId="{5AC69CD4-384F-4701-BBF0-CA2B1AAF572D}" type="parTrans" cxnId="{B32C53EE-3AAB-49D9-865E-0EEE5B1ACC93}">
      <dgm:prSet/>
      <dgm:spPr/>
      <dgm:t>
        <a:bodyPr/>
        <a:lstStyle/>
        <a:p>
          <a:endParaRPr lang="en-US"/>
        </a:p>
      </dgm:t>
    </dgm:pt>
    <dgm:pt modelId="{A076D96A-F9C3-48A5-BB2F-EDC5908C3E8B}" type="sibTrans" cxnId="{B32C53EE-3AAB-49D9-865E-0EEE5B1ACC93}">
      <dgm:prSet/>
      <dgm:spPr/>
      <dgm:t>
        <a:bodyPr/>
        <a:lstStyle/>
        <a:p>
          <a:endParaRPr lang="en-US"/>
        </a:p>
      </dgm:t>
    </dgm:pt>
    <dgm:pt modelId="{6B1D55AB-5E30-4355-9F86-BBEC39A738F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0" i="0"/>
            <a:t>- </a:t>
          </a:r>
          <a:r>
            <a:rPr lang="en-US" b="0" i="0"/>
            <a:t>KPI : rapports globaux selon les indicateurs choisis</a:t>
          </a:r>
          <a:endParaRPr lang="en-US"/>
        </a:p>
      </dgm:t>
    </dgm:pt>
    <dgm:pt modelId="{1A3A27D7-744D-49B0-B869-3A6B604FEFFA}" type="parTrans" cxnId="{7DF7F981-F7DB-43BB-A558-90987663B0D1}">
      <dgm:prSet/>
      <dgm:spPr/>
      <dgm:t>
        <a:bodyPr/>
        <a:lstStyle/>
        <a:p>
          <a:endParaRPr lang="en-US"/>
        </a:p>
      </dgm:t>
    </dgm:pt>
    <dgm:pt modelId="{CBAB9BA2-DA79-4A12-B180-E1C56DFB742B}" type="sibTrans" cxnId="{7DF7F981-F7DB-43BB-A558-90987663B0D1}">
      <dgm:prSet/>
      <dgm:spPr/>
      <dgm:t>
        <a:bodyPr/>
        <a:lstStyle/>
        <a:p>
          <a:endParaRPr lang="en-US"/>
        </a:p>
      </dgm:t>
    </dgm:pt>
    <dgm:pt modelId="{F6E4BAB8-C0A3-49B1-9274-27DCE2A8B6F9}" type="pres">
      <dgm:prSet presAssocID="{B7D38BCB-96F8-406D-95E3-9D40E41FE189}" presName="root" presStyleCnt="0">
        <dgm:presLayoutVars>
          <dgm:dir/>
          <dgm:resizeHandles val="exact"/>
        </dgm:presLayoutVars>
      </dgm:prSet>
      <dgm:spPr/>
    </dgm:pt>
    <dgm:pt modelId="{8662786F-6B84-4F75-858F-EFA52771D90D}" type="pres">
      <dgm:prSet presAssocID="{EF3B3B9C-1439-4727-8BAD-F1A61D9AE559}" presName="compNode" presStyleCnt="0"/>
      <dgm:spPr/>
    </dgm:pt>
    <dgm:pt modelId="{D602B7CF-0EC8-47E2-A75E-D269E9EE603F}" type="pres">
      <dgm:prSet presAssocID="{EF3B3B9C-1439-4727-8BAD-F1A61D9AE559}" presName="bgRect" presStyleLbl="bgShp" presStyleIdx="0" presStyleCnt="5"/>
      <dgm:spPr/>
    </dgm:pt>
    <dgm:pt modelId="{841F88E3-23FA-4944-98AA-319C61B86113}" type="pres">
      <dgm:prSet presAssocID="{EF3B3B9C-1439-4727-8BAD-F1A61D9AE55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ABA61588-D50A-4ABE-85E5-EAAC70396CFA}" type="pres">
      <dgm:prSet presAssocID="{EF3B3B9C-1439-4727-8BAD-F1A61D9AE559}" presName="spaceRect" presStyleCnt="0"/>
      <dgm:spPr/>
    </dgm:pt>
    <dgm:pt modelId="{38E6499D-9F1D-49C9-8DC1-38DE7FBE8C26}" type="pres">
      <dgm:prSet presAssocID="{EF3B3B9C-1439-4727-8BAD-F1A61D9AE559}" presName="parTx" presStyleLbl="revTx" presStyleIdx="0" presStyleCnt="5">
        <dgm:presLayoutVars>
          <dgm:chMax val="0"/>
          <dgm:chPref val="0"/>
        </dgm:presLayoutVars>
      </dgm:prSet>
      <dgm:spPr/>
    </dgm:pt>
    <dgm:pt modelId="{A0DD9594-1CC8-46F6-A246-03ABE96371FF}" type="pres">
      <dgm:prSet presAssocID="{4FDB26CF-6FEC-445B-B6CA-A336B78D54C4}" presName="sibTrans" presStyleCnt="0"/>
      <dgm:spPr/>
    </dgm:pt>
    <dgm:pt modelId="{FA610FEE-621F-40D1-9AF5-918983F13236}" type="pres">
      <dgm:prSet presAssocID="{44775878-5A1B-43C3-AC51-914BB66C2E97}" presName="compNode" presStyleCnt="0"/>
      <dgm:spPr/>
    </dgm:pt>
    <dgm:pt modelId="{8A236664-845B-4688-95E3-93BE42317586}" type="pres">
      <dgm:prSet presAssocID="{44775878-5A1B-43C3-AC51-914BB66C2E97}" presName="bgRect" presStyleLbl="bgShp" presStyleIdx="1" presStyleCnt="5"/>
      <dgm:spPr/>
    </dgm:pt>
    <dgm:pt modelId="{8F21A1AF-6C2D-4BF5-B3D4-85DE00701EF2}" type="pres">
      <dgm:prSet presAssocID="{44775878-5A1B-43C3-AC51-914BB66C2E9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2F175CC0-BFFC-4EFF-A841-C5D849CBE234}" type="pres">
      <dgm:prSet presAssocID="{44775878-5A1B-43C3-AC51-914BB66C2E97}" presName="spaceRect" presStyleCnt="0"/>
      <dgm:spPr/>
    </dgm:pt>
    <dgm:pt modelId="{7EE72A83-0812-4DFB-AA1D-D4B87934F397}" type="pres">
      <dgm:prSet presAssocID="{44775878-5A1B-43C3-AC51-914BB66C2E97}" presName="parTx" presStyleLbl="revTx" presStyleIdx="1" presStyleCnt="5">
        <dgm:presLayoutVars>
          <dgm:chMax val="0"/>
          <dgm:chPref val="0"/>
        </dgm:presLayoutVars>
      </dgm:prSet>
      <dgm:spPr/>
    </dgm:pt>
    <dgm:pt modelId="{E44DB92B-C28F-4C7E-9ED6-3BA60D7A93E1}" type="pres">
      <dgm:prSet presAssocID="{C63B9DC2-8887-4018-A96C-FDC4AAE231E3}" presName="sibTrans" presStyleCnt="0"/>
      <dgm:spPr/>
    </dgm:pt>
    <dgm:pt modelId="{2332DF4B-0B1B-4C10-87AF-17580B7789D2}" type="pres">
      <dgm:prSet presAssocID="{FC66AF20-9F79-4D9A-BDBC-1D5AE914BABF}" presName="compNode" presStyleCnt="0"/>
      <dgm:spPr/>
    </dgm:pt>
    <dgm:pt modelId="{7BB6FF14-FF71-4266-B44D-DAD62DE64EDC}" type="pres">
      <dgm:prSet presAssocID="{FC66AF20-9F79-4D9A-BDBC-1D5AE914BABF}" presName="bgRect" presStyleLbl="bgShp" presStyleIdx="2" presStyleCnt="5"/>
      <dgm:spPr/>
    </dgm:pt>
    <dgm:pt modelId="{76DB41FF-58DC-4A8E-876E-2CE78C5B0D23}" type="pres">
      <dgm:prSet presAssocID="{FC66AF20-9F79-4D9A-BDBC-1D5AE914BAB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6B07469B-8ECD-48F0-A7D1-C0602B2916A6}" type="pres">
      <dgm:prSet presAssocID="{FC66AF20-9F79-4D9A-BDBC-1D5AE914BABF}" presName="spaceRect" presStyleCnt="0"/>
      <dgm:spPr/>
    </dgm:pt>
    <dgm:pt modelId="{B28B541F-21EF-44CC-839A-E0C0F76AA4F1}" type="pres">
      <dgm:prSet presAssocID="{FC66AF20-9F79-4D9A-BDBC-1D5AE914BABF}" presName="parTx" presStyleLbl="revTx" presStyleIdx="2" presStyleCnt="5">
        <dgm:presLayoutVars>
          <dgm:chMax val="0"/>
          <dgm:chPref val="0"/>
        </dgm:presLayoutVars>
      </dgm:prSet>
      <dgm:spPr/>
    </dgm:pt>
    <dgm:pt modelId="{7F69729A-A435-4B05-AB91-35E6C62E474B}" type="pres">
      <dgm:prSet presAssocID="{8CDF8F3C-8F80-47AA-B207-2E9EB6D9DA0B}" presName="sibTrans" presStyleCnt="0"/>
      <dgm:spPr/>
    </dgm:pt>
    <dgm:pt modelId="{2BAE1A1A-7B09-40F3-A52C-6F77D2F13742}" type="pres">
      <dgm:prSet presAssocID="{01A269E4-941A-4D47-A855-4D31BD7BB7A2}" presName="compNode" presStyleCnt="0"/>
      <dgm:spPr/>
    </dgm:pt>
    <dgm:pt modelId="{4C7A6289-39ED-44FD-AA10-BE9517E71EAA}" type="pres">
      <dgm:prSet presAssocID="{01A269E4-941A-4D47-A855-4D31BD7BB7A2}" presName="bgRect" presStyleLbl="bgShp" presStyleIdx="3" presStyleCnt="5"/>
      <dgm:spPr/>
    </dgm:pt>
    <dgm:pt modelId="{B15BC30E-0326-47CB-AD41-5167922DA1D2}" type="pres">
      <dgm:prSet presAssocID="{01A269E4-941A-4D47-A855-4D31BD7BB7A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FA4DADE-60B6-4014-9424-B88B9A8EDACF}" type="pres">
      <dgm:prSet presAssocID="{01A269E4-941A-4D47-A855-4D31BD7BB7A2}" presName="spaceRect" presStyleCnt="0"/>
      <dgm:spPr/>
    </dgm:pt>
    <dgm:pt modelId="{1CE5DB38-3D8C-4F9B-8F8B-FF1E665EB41C}" type="pres">
      <dgm:prSet presAssocID="{01A269E4-941A-4D47-A855-4D31BD7BB7A2}" presName="parTx" presStyleLbl="revTx" presStyleIdx="3" presStyleCnt="5">
        <dgm:presLayoutVars>
          <dgm:chMax val="0"/>
          <dgm:chPref val="0"/>
        </dgm:presLayoutVars>
      </dgm:prSet>
      <dgm:spPr/>
    </dgm:pt>
    <dgm:pt modelId="{8BA35D97-2416-46A5-AC81-67E0BF084DB8}" type="pres">
      <dgm:prSet presAssocID="{A076D96A-F9C3-48A5-BB2F-EDC5908C3E8B}" presName="sibTrans" presStyleCnt="0"/>
      <dgm:spPr/>
    </dgm:pt>
    <dgm:pt modelId="{932F3C78-47E0-4669-95C4-44A9007D9ACA}" type="pres">
      <dgm:prSet presAssocID="{6B1D55AB-5E30-4355-9F86-BBEC39A738F7}" presName="compNode" presStyleCnt="0"/>
      <dgm:spPr/>
    </dgm:pt>
    <dgm:pt modelId="{173125F4-457F-46F7-9F2F-B7341207F830}" type="pres">
      <dgm:prSet presAssocID="{6B1D55AB-5E30-4355-9F86-BBEC39A738F7}" presName="bgRect" presStyleLbl="bgShp" presStyleIdx="4" presStyleCnt="5"/>
      <dgm:spPr/>
    </dgm:pt>
    <dgm:pt modelId="{6FC01530-342D-4055-9824-82B1C54FEBCB}" type="pres">
      <dgm:prSet presAssocID="{6B1D55AB-5E30-4355-9F86-BBEC39A738F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0BB3275-A86E-4F06-AB93-FB65D4DB89CB}" type="pres">
      <dgm:prSet presAssocID="{6B1D55AB-5E30-4355-9F86-BBEC39A738F7}" presName="spaceRect" presStyleCnt="0"/>
      <dgm:spPr/>
    </dgm:pt>
    <dgm:pt modelId="{E19CFF2C-3879-4F8F-AB9E-46A3EA2232F9}" type="pres">
      <dgm:prSet presAssocID="{6B1D55AB-5E30-4355-9F86-BBEC39A738F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698323E-D6A4-443C-9B9E-B76C263C033C}" type="presOf" srcId="{01A269E4-941A-4D47-A855-4D31BD7BB7A2}" destId="{1CE5DB38-3D8C-4F9B-8F8B-FF1E665EB41C}" srcOrd="0" destOrd="0" presId="urn:microsoft.com/office/officeart/2018/2/layout/IconVerticalSolidList"/>
    <dgm:cxn modelId="{ADA1EA59-B030-466B-A2A8-0E8F7690AF8A}" type="presOf" srcId="{6B1D55AB-5E30-4355-9F86-BBEC39A738F7}" destId="{E19CFF2C-3879-4F8F-AB9E-46A3EA2232F9}" srcOrd="0" destOrd="0" presId="urn:microsoft.com/office/officeart/2018/2/layout/IconVerticalSolidList"/>
    <dgm:cxn modelId="{7DF7F981-F7DB-43BB-A558-90987663B0D1}" srcId="{B7D38BCB-96F8-406D-95E3-9D40E41FE189}" destId="{6B1D55AB-5E30-4355-9F86-BBEC39A738F7}" srcOrd="4" destOrd="0" parTransId="{1A3A27D7-744D-49B0-B869-3A6B604FEFFA}" sibTransId="{CBAB9BA2-DA79-4A12-B180-E1C56DFB742B}"/>
    <dgm:cxn modelId="{06C47289-AAE3-42B0-8F4A-2990A7B1F639}" srcId="{B7D38BCB-96F8-406D-95E3-9D40E41FE189}" destId="{FC66AF20-9F79-4D9A-BDBC-1D5AE914BABF}" srcOrd="2" destOrd="0" parTransId="{32FF1DB2-40E6-400A-A54E-DA9D914945F9}" sibTransId="{8CDF8F3C-8F80-47AA-B207-2E9EB6D9DA0B}"/>
    <dgm:cxn modelId="{D1088795-6AE3-421C-86A2-75AA03BFD70A}" srcId="{B7D38BCB-96F8-406D-95E3-9D40E41FE189}" destId="{44775878-5A1B-43C3-AC51-914BB66C2E97}" srcOrd="1" destOrd="0" parTransId="{B7371905-2D20-49F8-B47E-F2D1FED02411}" sibTransId="{C63B9DC2-8887-4018-A96C-FDC4AAE231E3}"/>
    <dgm:cxn modelId="{A7D679A0-BF6F-403E-A896-5D78B087C18D}" type="presOf" srcId="{EF3B3B9C-1439-4727-8BAD-F1A61D9AE559}" destId="{38E6499D-9F1D-49C9-8DC1-38DE7FBE8C26}" srcOrd="0" destOrd="0" presId="urn:microsoft.com/office/officeart/2018/2/layout/IconVerticalSolidList"/>
    <dgm:cxn modelId="{A24DCFB0-2315-413E-B140-046AFA39DA30}" srcId="{B7D38BCB-96F8-406D-95E3-9D40E41FE189}" destId="{EF3B3B9C-1439-4727-8BAD-F1A61D9AE559}" srcOrd="0" destOrd="0" parTransId="{4959048E-4105-4EB2-977F-9A45FEA32A1B}" sibTransId="{4FDB26CF-6FEC-445B-B6CA-A336B78D54C4}"/>
    <dgm:cxn modelId="{7095ADE0-64FE-4758-92DC-00DFA1BD20FF}" type="presOf" srcId="{FC66AF20-9F79-4D9A-BDBC-1D5AE914BABF}" destId="{B28B541F-21EF-44CC-839A-E0C0F76AA4F1}" srcOrd="0" destOrd="0" presId="urn:microsoft.com/office/officeart/2018/2/layout/IconVerticalSolidList"/>
    <dgm:cxn modelId="{856157E3-CBF6-4B17-95EF-007369389FD3}" type="presOf" srcId="{44775878-5A1B-43C3-AC51-914BB66C2E97}" destId="{7EE72A83-0812-4DFB-AA1D-D4B87934F397}" srcOrd="0" destOrd="0" presId="urn:microsoft.com/office/officeart/2018/2/layout/IconVerticalSolidList"/>
    <dgm:cxn modelId="{29EC3BEC-BDDA-4852-B679-1C5BE48D88D0}" type="presOf" srcId="{B7D38BCB-96F8-406D-95E3-9D40E41FE189}" destId="{F6E4BAB8-C0A3-49B1-9274-27DCE2A8B6F9}" srcOrd="0" destOrd="0" presId="urn:microsoft.com/office/officeart/2018/2/layout/IconVerticalSolidList"/>
    <dgm:cxn modelId="{B32C53EE-3AAB-49D9-865E-0EEE5B1ACC93}" srcId="{B7D38BCB-96F8-406D-95E3-9D40E41FE189}" destId="{01A269E4-941A-4D47-A855-4D31BD7BB7A2}" srcOrd="3" destOrd="0" parTransId="{5AC69CD4-384F-4701-BBF0-CA2B1AAF572D}" sibTransId="{A076D96A-F9C3-48A5-BB2F-EDC5908C3E8B}"/>
    <dgm:cxn modelId="{F20FAD08-099F-439C-A579-1B9F17B25A4A}" type="presParOf" srcId="{F6E4BAB8-C0A3-49B1-9274-27DCE2A8B6F9}" destId="{8662786F-6B84-4F75-858F-EFA52771D90D}" srcOrd="0" destOrd="0" presId="urn:microsoft.com/office/officeart/2018/2/layout/IconVerticalSolidList"/>
    <dgm:cxn modelId="{DE7A0D33-4D74-4EAB-B161-29A141F41B26}" type="presParOf" srcId="{8662786F-6B84-4F75-858F-EFA52771D90D}" destId="{D602B7CF-0EC8-47E2-A75E-D269E9EE603F}" srcOrd="0" destOrd="0" presId="urn:microsoft.com/office/officeart/2018/2/layout/IconVerticalSolidList"/>
    <dgm:cxn modelId="{FDBD243A-E4DA-48CD-B07E-419389C79DB0}" type="presParOf" srcId="{8662786F-6B84-4F75-858F-EFA52771D90D}" destId="{841F88E3-23FA-4944-98AA-319C61B86113}" srcOrd="1" destOrd="0" presId="urn:microsoft.com/office/officeart/2018/2/layout/IconVerticalSolidList"/>
    <dgm:cxn modelId="{C1759A00-A37E-40E8-966F-293D24F7B85B}" type="presParOf" srcId="{8662786F-6B84-4F75-858F-EFA52771D90D}" destId="{ABA61588-D50A-4ABE-85E5-EAAC70396CFA}" srcOrd="2" destOrd="0" presId="urn:microsoft.com/office/officeart/2018/2/layout/IconVerticalSolidList"/>
    <dgm:cxn modelId="{B5BE9AD7-F2CE-45D4-9BCC-D96384F73C55}" type="presParOf" srcId="{8662786F-6B84-4F75-858F-EFA52771D90D}" destId="{38E6499D-9F1D-49C9-8DC1-38DE7FBE8C26}" srcOrd="3" destOrd="0" presId="urn:microsoft.com/office/officeart/2018/2/layout/IconVerticalSolidList"/>
    <dgm:cxn modelId="{1E4A7950-C449-41AE-920A-6D7BAF306565}" type="presParOf" srcId="{F6E4BAB8-C0A3-49B1-9274-27DCE2A8B6F9}" destId="{A0DD9594-1CC8-46F6-A246-03ABE96371FF}" srcOrd="1" destOrd="0" presId="urn:microsoft.com/office/officeart/2018/2/layout/IconVerticalSolidList"/>
    <dgm:cxn modelId="{C6DDBD7B-D05F-43D3-BA4B-AF7BEB2641BB}" type="presParOf" srcId="{F6E4BAB8-C0A3-49B1-9274-27DCE2A8B6F9}" destId="{FA610FEE-621F-40D1-9AF5-918983F13236}" srcOrd="2" destOrd="0" presId="urn:microsoft.com/office/officeart/2018/2/layout/IconVerticalSolidList"/>
    <dgm:cxn modelId="{FA4CA4C9-E476-4AC2-BC5D-6009E90A42AA}" type="presParOf" srcId="{FA610FEE-621F-40D1-9AF5-918983F13236}" destId="{8A236664-845B-4688-95E3-93BE42317586}" srcOrd="0" destOrd="0" presId="urn:microsoft.com/office/officeart/2018/2/layout/IconVerticalSolidList"/>
    <dgm:cxn modelId="{EE1E5A76-CD0C-426C-AB78-935D3897D844}" type="presParOf" srcId="{FA610FEE-621F-40D1-9AF5-918983F13236}" destId="{8F21A1AF-6C2D-4BF5-B3D4-85DE00701EF2}" srcOrd="1" destOrd="0" presId="urn:microsoft.com/office/officeart/2018/2/layout/IconVerticalSolidList"/>
    <dgm:cxn modelId="{3999E1FB-390C-4C68-8FAA-3659AB022A76}" type="presParOf" srcId="{FA610FEE-621F-40D1-9AF5-918983F13236}" destId="{2F175CC0-BFFC-4EFF-A841-C5D849CBE234}" srcOrd="2" destOrd="0" presId="urn:microsoft.com/office/officeart/2018/2/layout/IconVerticalSolidList"/>
    <dgm:cxn modelId="{20C90688-93FC-425B-AA69-A2A3130A4565}" type="presParOf" srcId="{FA610FEE-621F-40D1-9AF5-918983F13236}" destId="{7EE72A83-0812-4DFB-AA1D-D4B87934F397}" srcOrd="3" destOrd="0" presId="urn:microsoft.com/office/officeart/2018/2/layout/IconVerticalSolidList"/>
    <dgm:cxn modelId="{E7D3893A-2A3D-4118-B611-28B53128E2BA}" type="presParOf" srcId="{F6E4BAB8-C0A3-49B1-9274-27DCE2A8B6F9}" destId="{E44DB92B-C28F-4C7E-9ED6-3BA60D7A93E1}" srcOrd="3" destOrd="0" presId="urn:microsoft.com/office/officeart/2018/2/layout/IconVerticalSolidList"/>
    <dgm:cxn modelId="{1D7AD913-DCAF-4F4C-A6F5-B9A18F63CF3D}" type="presParOf" srcId="{F6E4BAB8-C0A3-49B1-9274-27DCE2A8B6F9}" destId="{2332DF4B-0B1B-4C10-87AF-17580B7789D2}" srcOrd="4" destOrd="0" presId="urn:microsoft.com/office/officeart/2018/2/layout/IconVerticalSolidList"/>
    <dgm:cxn modelId="{A8B520F3-C0D1-4C15-B001-C5AD0E53114A}" type="presParOf" srcId="{2332DF4B-0B1B-4C10-87AF-17580B7789D2}" destId="{7BB6FF14-FF71-4266-B44D-DAD62DE64EDC}" srcOrd="0" destOrd="0" presId="urn:microsoft.com/office/officeart/2018/2/layout/IconVerticalSolidList"/>
    <dgm:cxn modelId="{2E542007-5B7B-4B78-A285-2FE19E675BAB}" type="presParOf" srcId="{2332DF4B-0B1B-4C10-87AF-17580B7789D2}" destId="{76DB41FF-58DC-4A8E-876E-2CE78C5B0D23}" srcOrd="1" destOrd="0" presId="urn:microsoft.com/office/officeart/2018/2/layout/IconVerticalSolidList"/>
    <dgm:cxn modelId="{C2BC4305-7D7E-4ADE-8B8F-933C5558CDB5}" type="presParOf" srcId="{2332DF4B-0B1B-4C10-87AF-17580B7789D2}" destId="{6B07469B-8ECD-48F0-A7D1-C0602B2916A6}" srcOrd="2" destOrd="0" presId="urn:microsoft.com/office/officeart/2018/2/layout/IconVerticalSolidList"/>
    <dgm:cxn modelId="{DE5CCB0A-EF03-4023-9B68-B17152715EB2}" type="presParOf" srcId="{2332DF4B-0B1B-4C10-87AF-17580B7789D2}" destId="{B28B541F-21EF-44CC-839A-E0C0F76AA4F1}" srcOrd="3" destOrd="0" presId="urn:microsoft.com/office/officeart/2018/2/layout/IconVerticalSolidList"/>
    <dgm:cxn modelId="{7C10F1A6-89CA-4B76-8D97-D0F08790C44F}" type="presParOf" srcId="{F6E4BAB8-C0A3-49B1-9274-27DCE2A8B6F9}" destId="{7F69729A-A435-4B05-AB91-35E6C62E474B}" srcOrd="5" destOrd="0" presId="urn:microsoft.com/office/officeart/2018/2/layout/IconVerticalSolidList"/>
    <dgm:cxn modelId="{F8779F83-320B-4423-A44E-56DF7A014F1F}" type="presParOf" srcId="{F6E4BAB8-C0A3-49B1-9274-27DCE2A8B6F9}" destId="{2BAE1A1A-7B09-40F3-A52C-6F77D2F13742}" srcOrd="6" destOrd="0" presId="urn:microsoft.com/office/officeart/2018/2/layout/IconVerticalSolidList"/>
    <dgm:cxn modelId="{770C71E9-F1A0-4B13-967B-B68861CB3E24}" type="presParOf" srcId="{2BAE1A1A-7B09-40F3-A52C-6F77D2F13742}" destId="{4C7A6289-39ED-44FD-AA10-BE9517E71EAA}" srcOrd="0" destOrd="0" presId="urn:microsoft.com/office/officeart/2018/2/layout/IconVerticalSolidList"/>
    <dgm:cxn modelId="{999D8858-03D1-4D4E-94B4-E8A46E9CA8E1}" type="presParOf" srcId="{2BAE1A1A-7B09-40F3-A52C-6F77D2F13742}" destId="{B15BC30E-0326-47CB-AD41-5167922DA1D2}" srcOrd="1" destOrd="0" presId="urn:microsoft.com/office/officeart/2018/2/layout/IconVerticalSolidList"/>
    <dgm:cxn modelId="{1E7F5349-6696-4513-8252-5D297E36CC29}" type="presParOf" srcId="{2BAE1A1A-7B09-40F3-A52C-6F77D2F13742}" destId="{7FA4DADE-60B6-4014-9424-B88B9A8EDACF}" srcOrd="2" destOrd="0" presId="urn:microsoft.com/office/officeart/2018/2/layout/IconVerticalSolidList"/>
    <dgm:cxn modelId="{CD9F0F9F-4E47-43E1-B134-EBF0D127B47A}" type="presParOf" srcId="{2BAE1A1A-7B09-40F3-A52C-6F77D2F13742}" destId="{1CE5DB38-3D8C-4F9B-8F8B-FF1E665EB41C}" srcOrd="3" destOrd="0" presId="urn:microsoft.com/office/officeart/2018/2/layout/IconVerticalSolidList"/>
    <dgm:cxn modelId="{9DD26550-373F-44E8-B3C8-B31AEE9145FF}" type="presParOf" srcId="{F6E4BAB8-C0A3-49B1-9274-27DCE2A8B6F9}" destId="{8BA35D97-2416-46A5-AC81-67E0BF084DB8}" srcOrd="7" destOrd="0" presId="urn:microsoft.com/office/officeart/2018/2/layout/IconVerticalSolidList"/>
    <dgm:cxn modelId="{B403C427-B8D7-4B7A-825F-851CBD428401}" type="presParOf" srcId="{F6E4BAB8-C0A3-49B1-9274-27DCE2A8B6F9}" destId="{932F3C78-47E0-4669-95C4-44A9007D9ACA}" srcOrd="8" destOrd="0" presId="urn:microsoft.com/office/officeart/2018/2/layout/IconVerticalSolidList"/>
    <dgm:cxn modelId="{D188F4CC-E61D-4287-A5BA-4C172AF5079A}" type="presParOf" srcId="{932F3C78-47E0-4669-95C4-44A9007D9ACA}" destId="{173125F4-457F-46F7-9F2F-B7341207F830}" srcOrd="0" destOrd="0" presId="urn:microsoft.com/office/officeart/2018/2/layout/IconVerticalSolidList"/>
    <dgm:cxn modelId="{F1BE3646-05C1-4EF1-89BF-60F3ACF66B2F}" type="presParOf" srcId="{932F3C78-47E0-4669-95C4-44A9007D9ACA}" destId="{6FC01530-342D-4055-9824-82B1C54FEBCB}" srcOrd="1" destOrd="0" presId="urn:microsoft.com/office/officeart/2018/2/layout/IconVerticalSolidList"/>
    <dgm:cxn modelId="{5166312C-B513-4062-BF79-530EB7ECD82A}" type="presParOf" srcId="{932F3C78-47E0-4669-95C4-44A9007D9ACA}" destId="{20BB3275-A86E-4F06-AB93-FB65D4DB89CB}" srcOrd="2" destOrd="0" presId="urn:microsoft.com/office/officeart/2018/2/layout/IconVerticalSolidList"/>
    <dgm:cxn modelId="{BF9EB8B9-BE4A-47C3-89C9-EF20802A3F3E}" type="presParOf" srcId="{932F3C78-47E0-4669-95C4-44A9007D9ACA}" destId="{E19CFF2C-3879-4F8F-AB9E-46A3EA2232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023387E-26F7-4FC5-8F61-B9101F44D2B6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BDFB954-5120-44DC-96FC-34D66D60E2C5}">
      <dgm:prSet/>
      <dgm:spPr/>
      <dgm:t>
        <a:bodyPr/>
        <a:lstStyle/>
        <a:p>
          <a:r>
            <a:rPr lang="fr-FR"/>
            <a:t>- </a:t>
          </a:r>
          <a:r>
            <a:rPr lang="en-US"/>
            <a:t>Deux rôles : Employé / Manager</a:t>
          </a:r>
        </a:p>
      </dgm:t>
    </dgm:pt>
    <dgm:pt modelId="{AC93F5D2-CD1A-4073-A576-690D7618709F}" type="parTrans" cxnId="{CBBB286E-120D-428F-8028-54B5946E1E75}">
      <dgm:prSet/>
      <dgm:spPr/>
      <dgm:t>
        <a:bodyPr/>
        <a:lstStyle/>
        <a:p>
          <a:endParaRPr lang="en-US"/>
        </a:p>
      </dgm:t>
    </dgm:pt>
    <dgm:pt modelId="{76883687-F3FD-4751-B5C3-1DC75049E3F0}" type="sibTrans" cxnId="{CBBB286E-120D-428F-8028-54B5946E1E75}">
      <dgm:prSet/>
      <dgm:spPr/>
      <dgm:t>
        <a:bodyPr/>
        <a:lstStyle/>
        <a:p>
          <a:endParaRPr lang="en-US"/>
        </a:p>
      </dgm:t>
    </dgm:pt>
    <dgm:pt modelId="{8DC25507-B569-454E-81CB-2D2E4C5BEBAB}">
      <dgm:prSet/>
      <dgm:spPr/>
      <dgm:t>
        <a:bodyPr/>
        <a:lstStyle/>
        <a:p>
          <a:r>
            <a:rPr lang="fr-FR"/>
            <a:t>- </a:t>
          </a:r>
          <a:r>
            <a:rPr lang="en-US"/>
            <a:t>🔒 Sécurité :</a:t>
          </a:r>
        </a:p>
      </dgm:t>
    </dgm:pt>
    <dgm:pt modelId="{AD558E55-C46A-4CA5-80D5-E29E8D894ED0}" type="parTrans" cxnId="{E7084A93-DF4B-4B70-8973-2D2C10FBC7CA}">
      <dgm:prSet/>
      <dgm:spPr/>
      <dgm:t>
        <a:bodyPr/>
        <a:lstStyle/>
        <a:p>
          <a:endParaRPr lang="en-US"/>
        </a:p>
      </dgm:t>
    </dgm:pt>
    <dgm:pt modelId="{519F4653-0BBB-4E5D-AD8D-9C2C55477522}" type="sibTrans" cxnId="{E7084A93-DF4B-4B70-8973-2D2C10FBC7CA}">
      <dgm:prSet/>
      <dgm:spPr/>
      <dgm:t>
        <a:bodyPr/>
        <a:lstStyle/>
        <a:p>
          <a:endParaRPr lang="en-US"/>
        </a:p>
      </dgm:t>
    </dgm:pt>
    <dgm:pt modelId="{5F2223EC-9941-4681-AE91-EA4F3FB81142}">
      <dgm:prSet/>
      <dgm:spPr/>
      <dgm:t>
        <a:bodyPr/>
        <a:lstStyle/>
        <a:p>
          <a:r>
            <a:rPr lang="en-US"/>
            <a:t>• Accès restreint selon le rôle</a:t>
          </a:r>
        </a:p>
      </dgm:t>
    </dgm:pt>
    <dgm:pt modelId="{64B7D45F-DBE0-4420-B113-A73407034317}" type="parTrans" cxnId="{E4D50336-F426-4DA0-99D5-BA0D4F9CD0FF}">
      <dgm:prSet/>
      <dgm:spPr/>
      <dgm:t>
        <a:bodyPr/>
        <a:lstStyle/>
        <a:p>
          <a:endParaRPr lang="en-US"/>
        </a:p>
      </dgm:t>
    </dgm:pt>
    <dgm:pt modelId="{AFBDEB3C-1D73-47C9-AEFC-88064D2A2C64}" type="sibTrans" cxnId="{E4D50336-F426-4DA0-99D5-BA0D4F9CD0FF}">
      <dgm:prSet/>
      <dgm:spPr/>
      <dgm:t>
        <a:bodyPr/>
        <a:lstStyle/>
        <a:p>
          <a:endParaRPr lang="en-US"/>
        </a:p>
      </dgm:t>
    </dgm:pt>
    <dgm:pt modelId="{14A12950-5F9F-42E6-B313-9FD386DA7909}">
      <dgm:prSet/>
      <dgm:spPr/>
      <dgm:t>
        <a:bodyPr/>
        <a:lstStyle/>
        <a:p>
          <a:r>
            <a:rPr lang="en-US"/>
            <a:t>• Authentification (token)</a:t>
          </a:r>
        </a:p>
      </dgm:t>
    </dgm:pt>
    <dgm:pt modelId="{43C33769-F5BF-4455-B8AD-D7ED1794FF7E}" type="parTrans" cxnId="{74CAEAD9-FC6C-4E41-AEB0-665C33969A6C}">
      <dgm:prSet/>
      <dgm:spPr/>
      <dgm:t>
        <a:bodyPr/>
        <a:lstStyle/>
        <a:p>
          <a:endParaRPr lang="en-US"/>
        </a:p>
      </dgm:t>
    </dgm:pt>
    <dgm:pt modelId="{9A4F2F88-D04E-4F43-BC05-3061C268D8D5}" type="sibTrans" cxnId="{74CAEAD9-FC6C-4E41-AEB0-665C33969A6C}">
      <dgm:prSet/>
      <dgm:spPr/>
      <dgm:t>
        <a:bodyPr/>
        <a:lstStyle/>
        <a:p>
          <a:endParaRPr lang="en-US"/>
        </a:p>
      </dgm:t>
    </dgm:pt>
    <dgm:pt modelId="{8CDF4ADC-8CAB-4746-B7B4-CA16C543D20F}">
      <dgm:prSet/>
      <dgm:spPr/>
      <dgm:t>
        <a:bodyPr/>
        <a:lstStyle/>
        <a:p>
          <a:r>
            <a:rPr lang="en-US"/>
            <a:t>• Gestion du mot de passe</a:t>
          </a:r>
        </a:p>
      </dgm:t>
    </dgm:pt>
    <dgm:pt modelId="{30F5C306-20A9-414F-868F-6C7D2D6DA532}" type="parTrans" cxnId="{8D766B25-50E7-4309-9EE3-B50671538E5E}">
      <dgm:prSet/>
      <dgm:spPr/>
      <dgm:t>
        <a:bodyPr/>
        <a:lstStyle/>
        <a:p>
          <a:endParaRPr lang="en-US"/>
        </a:p>
      </dgm:t>
    </dgm:pt>
    <dgm:pt modelId="{66314079-9401-4587-8D02-8B799714CF8E}" type="sibTrans" cxnId="{8D766B25-50E7-4309-9EE3-B50671538E5E}">
      <dgm:prSet/>
      <dgm:spPr/>
      <dgm:t>
        <a:bodyPr/>
        <a:lstStyle/>
        <a:p>
          <a:endParaRPr lang="en-US"/>
        </a:p>
      </dgm:t>
    </dgm:pt>
    <dgm:pt modelId="{270D53EB-1EF9-490B-AED4-4FC2286C1115}">
      <dgm:prSet/>
      <dgm:spPr/>
      <dgm:t>
        <a:bodyPr/>
        <a:lstStyle/>
        <a:p>
          <a:r>
            <a:rPr lang="en-US"/>
            <a:t>⚙️ Fonctionnalités :</a:t>
          </a:r>
        </a:p>
      </dgm:t>
    </dgm:pt>
    <dgm:pt modelId="{7BF8539E-023A-4DE1-9BF3-D21EDD79F06D}" type="parTrans" cxnId="{BB7974C5-EE8B-42DC-9F11-AD34ED9C5F88}">
      <dgm:prSet/>
      <dgm:spPr/>
      <dgm:t>
        <a:bodyPr/>
        <a:lstStyle/>
        <a:p>
          <a:endParaRPr lang="en-US"/>
        </a:p>
      </dgm:t>
    </dgm:pt>
    <dgm:pt modelId="{A3DFDC4D-B97F-4513-9FFD-D7577F0CAA1D}" type="sibTrans" cxnId="{BB7974C5-EE8B-42DC-9F11-AD34ED9C5F88}">
      <dgm:prSet/>
      <dgm:spPr/>
      <dgm:t>
        <a:bodyPr/>
        <a:lstStyle/>
        <a:p>
          <a:endParaRPr lang="en-US"/>
        </a:p>
      </dgm:t>
    </dgm:pt>
    <dgm:pt modelId="{D046AAA2-B2AF-4DA8-AAA6-D2BA739F07AB}">
      <dgm:prSet/>
      <dgm:spPr/>
      <dgm:t>
        <a:bodyPr/>
        <a:lstStyle/>
        <a:p>
          <a:r>
            <a:rPr lang="fr-FR"/>
            <a:t>• </a:t>
          </a:r>
          <a:r>
            <a:rPr lang="en-US"/>
            <a:t>Employé : gérer compte, signaler temps, voir dashboar</a:t>
          </a:r>
          <a:r>
            <a:rPr lang="fr-FR"/>
            <a:t>d</a:t>
          </a:r>
          <a:endParaRPr lang="en-US"/>
        </a:p>
      </dgm:t>
    </dgm:pt>
    <dgm:pt modelId="{D229C4D3-82E1-477C-936A-EDD98C77F47F}" type="parTrans" cxnId="{0270451F-C47E-4E3B-AACE-ADE3FD406DBB}">
      <dgm:prSet/>
      <dgm:spPr/>
      <dgm:t>
        <a:bodyPr/>
        <a:lstStyle/>
        <a:p>
          <a:endParaRPr lang="en-US"/>
        </a:p>
      </dgm:t>
    </dgm:pt>
    <dgm:pt modelId="{C316A135-F703-49D9-A5F8-C14EE2431587}" type="sibTrans" cxnId="{0270451F-C47E-4E3B-AACE-ADE3FD406DBB}">
      <dgm:prSet/>
      <dgm:spPr/>
      <dgm:t>
        <a:bodyPr/>
        <a:lstStyle/>
        <a:p>
          <a:endParaRPr lang="en-US"/>
        </a:p>
      </dgm:t>
    </dgm:pt>
    <dgm:pt modelId="{01FFB48C-8D0D-4DE4-BCA8-49698747E6AE}">
      <dgm:prSet/>
      <dgm:spPr/>
      <dgm:t>
        <a:bodyPr/>
        <a:lstStyle/>
        <a:p>
          <a:r>
            <a:rPr lang="fr-FR"/>
            <a:t>• </a:t>
          </a:r>
          <a:r>
            <a:rPr lang="en-US"/>
            <a:t>Manager : gérer équipes, consulter heures, voir </a:t>
          </a:r>
          <a:r>
            <a:rPr lang="fr-FR"/>
            <a:t>	</a:t>
          </a:r>
          <a:r>
            <a:rPr lang="en-US"/>
            <a:t>dashboards</a:t>
          </a:r>
        </a:p>
      </dgm:t>
    </dgm:pt>
    <dgm:pt modelId="{E6F5BE04-FECD-4EC7-96FF-84E23FCB7146}" type="parTrans" cxnId="{063C288A-3EAA-43DF-A9D7-298E7572D9FB}">
      <dgm:prSet/>
      <dgm:spPr/>
      <dgm:t>
        <a:bodyPr/>
        <a:lstStyle/>
        <a:p>
          <a:endParaRPr lang="en-US"/>
        </a:p>
      </dgm:t>
    </dgm:pt>
    <dgm:pt modelId="{A57DD06F-F818-40AC-953A-DF9E1E9622FB}" type="sibTrans" cxnId="{063C288A-3EAA-43DF-A9D7-298E7572D9FB}">
      <dgm:prSet/>
      <dgm:spPr/>
      <dgm:t>
        <a:bodyPr/>
        <a:lstStyle/>
        <a:p>
          <a:endParaRPr lang="en-US"/>
        </a:p>
      </dgm:t>
    </dgm:pt>
    <dgm:pt modelId="{E119A922-946C-CA4D-87D7-2320B3E4EBF7}" type="pres">
      <dgm:prSet presAssocID="{6023387E-26F7-4FC5-8F61-B9101F44D2B6}" presName="linear" presStyleCnt="0">
        <dgm:presLayoutVars>
          <dgm:dir/>
          <dgm:animLvl val="lvl"/>
          <dgm:resizeHandles val="exact"/>
        </dgm:presLayoutVars>
      </dgm:prSet>
      <dgm:spPr/>
    </dgm:pt>
    <dgm:pt modelId="{1534F789-9C7F-444A-A0A9-707374B9FE5F}" type="pres">
      <dgm:prSet presAssocID="{3BDFB954-5120-44DC-96FC-34D66D60E2C5}" presName="parentLin" presStyleCnt="0"/>
      <dgm:spPr/>
    </dgm:pt>
    <dgm:pt modelId="{CEC08870-CDF9-C141-B345-C19B37A4DAB7}" type="pres">
      <dgm:prSet presAssocID="{3BDFB954-5120-44DC-96FC-34D66D60E2C5}" presName="parentLeftMargin" presStyleLbl="node1" presStyleIdx="0" presStyleCnt="3"/>
      <dgm:spPr/>
    </dgm:pt>
    <dgm:pt modelId="{812B74C5-F0EB-6D44-81FA-AE86E1E954B1}" type="pres">
      <dgm:prSet presAssocID="{3BDFB954-5120-44DC-96FC-34D66D60E2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06C89D-E969-BE49-A252-DC19689901C1}" type="pres">
      <dgm:prSet presAssocID="{3BDFB954-5120-44DC-96FC-34D66D60E2C5}" presName="negativeSpace" presStyleCnt="0"/>
      <dgm:spPr/>
    </dgm:pt>
    <dgm:pt modelId="{D7AACA52-5BD2-1141-A9B1-D49806EAA92F}" type="pres">
      <dgm:prSet presAssocID="{3BDFB954-5120-44DC-96FC-34D66D60E2C5}" presName="childText" presStyleLbl="conFgAcc1" presStyleIdx="0" presStyleCnt="3">
        <dgm:presLayoutVars>
          <dgm:bulletEnabled val="1"/>
        </dgm:presLayoutVars>
      </dgm:prSet>
      <dgm:spPr/>
    </dgm:pt>
    <dgm:pt modelId="{C6650C5E-B07E-1C41-BCD7-2C374E6F4883}" type="pres">
      <dgm:prSet presAssocID="{76883687-F3FD-4751-B5C3-1DC75049E3F0}" presName="spaceBetweenRectangles" presStyleCnt="0"/>
      <dgm:spPr/>
    </dgm:pt>
    <dgm:pt modelId="{A80C64F1-3B81-524B-8A98-5DF892A02CDB}" type="pres">
      <dgm:prSet presAssocID="{8DC25507-B569-454E-81CB-2D2E4C5BEBAB}" presName="parentLin" presStyleCnt="0"/>
      <dgm:spPr/>
    </dgm:pt>
    <dgm:pt modelId="{6B62D536-CA5B-B54B-9935-366FEB6FFD9C}" type="pres">
      <dgm:prSet presAssocID="{8DC25507-B569-454E-81CB-2D2E4C5BEBAB}" presName="parentLeftMargin" presStyleLbl="node1" presStyleIdx="0" presStyleCnt="3"/>
      <dgm:spPr/>
    </dgm:pt>
    <dgm:pt modelId="{B04AE076-FDF0-ED4D-B9FF-4FF3B70E7CBA}" type="pres">
      <dgm:prSet presAssocID="{8DC25507-B569-454E-81CB-2D2E4C5BEB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CECE47F-3A63-884A-821B-2D46CA528B8F}" type="pres">
      <dgm:prSet presAssocID="{8DC25507-B569-454E-81CB-2D2E4C5BEBAB}" presName="negativeSpace" presStyleCnt="0"/>
      <dgm:spPr/>
    </dgm:pt>
    <dgm:pt modelId="{CD587B85-1A69-D443-8508-0F329335B312}" type="pres">
      <dgm:prSet presAssocID="{8DC25507-B569-454E-81CB-2D2E4C5BEBAB}" presName="childText" presStyleLbl="conFgAcc1" presStyleIdx="1" presStyleCnt="3">
        <dgm:presLayoutVars>
          <dgm:bulletEnabled val="1"/>
        </dgm:presLayoutVars>
      </dgm:prSet>
      <dgm:spPr/>
    </dgm:pt>
    <dgm:pt modelId="{9129B226-2580-CB48-958B-4300D1D294BE}" type="pres">
      <dgm:prSet presAssocID="{519F4653-0BBB-4E5D-AD8D-9C2C55477522}" presName="spaceBetweenRectangles" presStyleCnt="0"/>
      <dgm:spPr/>
    </dgm:pt>
    <dgm:pt modelId="{37181383-66AB-4C46-8AB4-8A9DC071DEED}" type="pres">
      <dgm:prSet presAssocID="{270D53EB-1EF9-490B-AED4-4FC2286C1115}" presName="parentLin" presStyleCnt="0"/>
      <dgm:spPr/>
    </dgm:pt>
    <dgm:pt modelId="{A0622EF6-C327-D34D-828B-6B7BC89ED58E}" type="pres">
      <dgm:prSet presAssocID="{270D53EB-1EF9-490B-AED4-4FC2286C1115}" presName="parentLeftMargin" presStyleLbl="node1" presStyleIdx="1" presStyleCnt="3"/>
      <dgm:spPr/>
    </dgm:pt>
    <dgm:pt modelId="{FA8D5E10-6F10-4741-8299-D8C165BF9328}" type="pres">
      <dgm:prSet presAssocID="{270D53EB-1EF9-490B-AED4-4FC2286C111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DD0A9B6-3897-654C-B793-E3CE75062E3F}" type="pres">
      <dgm:prSet presAssocID="{270D53EB-1EF9-490B-AED4-4FC2286C1115}" presName="negativeSpace" presStyleCnt="0"/>
      <dgm:spPr/>
    </dgm:pt>
    <dgm:pt modelId="{C04A28A4-689C-7244-AA96-63570AA42CBB}" type="pres">
      <dgm:prSet presAssocID="{270D53EB-1EF9-490B-AED4-4FC2286C111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CDE1419-689A-3749-92EC-864D9433400C}" type="presOf" srcId="{8DC25507-B569-454E-81CB-2D2E4C5BEBAB}" destId="{B04AE076-FDF0-ED4D-B9FF-4FF3B70E7CBA}" srcOrd="1" destOrd="0" presId="urn:microsoft.com/office/officeart/2005/8/layout/list1"/>
    <dgm:cxn modelId="{0270451F-C47E-4E3B-AACE-ADE3FD406DBB}" srcId="{270D53EB-1EF9-490B-AED4-4FC2286C1115}" destId="{D046AAA2-B2AF-4DA8-AAA6-D2BA739F07AB}" srcOrd="0" destOrd="0" parTransId="{D229C4D3-82E1-477C-936A-EDD98C77F47F}" sibTransId="{C316A135-F703-49D9-A5F8-C14EE2431587}"/>
    <dgm:cxn modelId="{0EDD2423-30AC-3E40-9818-043B3B19AC40}" type="presOf" srcId="{01FFB48C-8D0D-4DE4-BCA8-49698747E6AE}" destId="{C04A28A4-689C-7244-AA96-63570AA42CBB}" srcOrd="0" destOrd="1" presId="urn:microsoft.com/office/officeart/2005/8/layout/list1"/>
    <dgm:cxn modelId="{8D766B25-50E7-4309-9EE3-B50671538E5E}" srcId="{8DC25507-B569-454E-81CB-2D2E4C5BEBAB}" destId="{8CDF4ADC-8CAB-4746-B7B4-CA16C543D20F}" srcOrd="2" destOrd="0" parTransId="{30F5C306-20A9-414F-868F-6C7D2D6DA532}" sibTransId="{66314079-9401-4587-8D02-8B799714CF8E}"/>
    <dgm:cxn modelId="{1D310228-00D5-1D4B-9FF5-0A8DAE6094D9}" type="presOf" srcId="{270D53EB-1EF9-490B-AED4-4FC2286C1115}" destId="{A0622EF6-C327-D34D-828B-6B7BC89ED58E}" srcOrd="0" destOrd="0" presId="urn:microsoft.com/office/officeart/2005/8/layout/list1"/>
    <dgm:cxn modelId="{EA8ED434-A3D5-704C-AF5C-250F20EF41D4}" type="presOf" srcId="{3BDFB954-5120-44DC-96FC-34D66D60E2C5}" destId="{CEC08870-CDF9-C141-B345-C19B37A4DAB7}" srcOrd="0" destOrd="0" presId="urn:microsoft.com/office/officeart/2005/8/layout/list1"/>
    <dgm:cxn modelId="{E4D50336-F426-4DA0-99D5-BA0D4F9CD0FF}" srcId="{8DC25507-B569-454E-81CB-2D2E4C5BEBAB}" destId="{5F2223EC-9941-4681-AE91-EA4F3FB81142}" srcOrd="0" destOrd="0" parTransId="{64B7D45F-DBE0-4420-B113-A73407034317}" sibTransId="{AFBDEB3C-1D73-47C9-AEFC-88064D2A2C64}"/>
    <dgm:cxn modelId="{9CC7C36A-FDDB-B449-A5D1-76311C491A05}" type="presOf" srcId="{5F2223EC-9941-4681-AE91-EA4F3FB81142}" destId="{CD587B85-1A69-D443-8508-0F329335B312}" srcOrd="0" destOrd="0" presId="urn:microsoft.com/office/officeart/2005/8/layout/list1"/>
    <dgm:cxn modelId="{CBBB286E-120D-428F-8028-54B5946E1E75}" srcId="{6023387E-26F7-4FC5-8F61-B9101F44D2B6}" destId="{3BDFB954-5120-44DC-96FC-34D66D60E2C5}" srcOrd="0" destOrd="0" parTransId="{AC93F5D2-CD1A-4073-A576-690D7618709F}" sibTransId="{76883687-F3FD-4751-B5C3-1DC75049E3F0}"/>
    <dgm:cxn modelId="{00AB9885-0F59-5C47-8967-472CA6B44340}" type="presOf" srcId="{14A12950-5F9F-42E6-B313-9FD386DA7909}" destId="{CD587B85-1A69-D443-8508-0F329335B312}" srcOrd="0" destOrd="1" presId="urn:microsoft.com/office/officeart/2005/8/layout/list1"/>
    <dgm:cxn modelId="{063C288A-3EAA-43DF-A9D7-298E7572D9FB}" srcId="{270D53EB-1EF9-490B-AED4-4FC2286C1115}" destId="{01FFB48C-8D0D-4DE4-BCA8-49698747E6AE}" srcOrd="1" destOrd="0" parTransId="{E6F5BE04-FECD-4EC7-96FF-84E23FCB7146}" sibTransId="{A57DD06F-F818-40AC-953A-DF9E1E9622FB}"/>
    <dgm:cxn modelId="{FC82278B-A267-2A45-8F92-404249AEB7DB}" type="presOf" srcId="{6023387E-26F7-4FC5-8F61-B9101F44D2B6}" destId="{E119A922-946C-CA4D-87D7-2320B3E4EBF7}" srcOrd="0" destOrd="0" presId="urn:microsoft.com/office/officeart/2005/8/layout/list1"/>
    <dgm:cxn modelId="{394E688C-1A4B-0048-87CC-FB97A829DAF8}" type="presOf" srcId="{8CDF4ADC-8CAB-4746-B7B4-CA16C543D20F}" destId="{CD587B85-1A69-D443-8508-0F329335B312}" srcOrd="0" destOrd="2" presId="urn:microsoft.com/office/officeart/2005/8/layout/list1"/>
    <dgm:cxn modelId="{E7084A93-DF4B-4B70-8973-2D2C10FBC7CA}" srcId="{6023387E-26F7-4FC5-8F61-B9101F44D2B6}" destId="{8DC25507-B569-454E-81CB-2D2E4C5BEBAB}" srcOrd="1" destOrd="0" parTransId="{AD558E55-C46A-4CA5-80D5-E29E8D894ED0}" sibTransId="{519F4653-0BBB-4E5D-AD8D-9C2C55477522}"/>
    <dgm:cxn modelId="{842BE9BF-9437-C140-B1CF-1D05121E2988}" type="presOf" srcId="{D046AAA2-B2AF-4DA8-AAA6-D2BA739F07AB}" destId="{C04A28A4-689C-7244-AA96-63570AA42CBB}" srcOrd="0" destOrd="0" presId="urn:microsoft.com/office/officeart/2005/8/layout/list1"/>
    <dgm:cxn modelId="{BB7974C5-EE8B-42DC-9F11-AD34ED9C5F88}" srcId="{6023387E-26F7-4FC5-8F61-B9101F44D2B6}" destId="{270D53EB-1EF9-490B-AED4-4FC2286C1115}" srcOrd="2" destOrd="0" parTransId="{7BF8539E-023A-4DE1-9BF3-D21EDD79F06D}" sibTransId="{A3DFDC4D-B97F-4513-9FFD-D7577F0CAA1D}"/>
    <dgm:cxn modelId="{74CAEAD9-FC6C-4E41-AEB0-665C33969A6C}" srcId="{8DC25507-B569-454E-81CB-2D2E4C5BEBAB}" destId="{14A12950-5F9F-42E6-B313-9FD386DA7909}" srcOrd="1" destOrd="0" parTransId="{43C33769-F5BF-4455-B8AD-D7ED1794FF7E}" sibTransId="{9A4F2F88-D04E-4F43-BC05-3061C268D8D5}"/>
    <dgm:cxn modelId="{CA3844DB-A667-7442-BB5D-C13FCEFD4D62}" type="presOf" srcId="{8DC25507-B569-454E-81CB-2D2E4C5BEBAB}" destId="{6B62D536-CA5B-B54B-9935-366FEB6FFD9C}" srcOrd="0" destOrd="0" presId="urn:microsoft.com/office/officeart/2005/8/layout/list1"/>
    <dgm:cxn modelId="{578C06EE-797E-DE4E-883C-7186FF7E21F1}" type="presOf" srcId="{3BDFB954-5120-44DC-96FC-34D66D60E2C5}" destId="{812B74C5-F0EB-6D44-81FA-AE86E1E954B1}" srcOrd="1" destOrd="0" presId="urn:microsoft.com/office/officeart/2005/8/layout/list1"/>
    <dgm:cxn modelId="{A4885BF1-6B4B-164C-A207-DAA6515BBE90}" type="presOf" srcId="{270D53EB-1EF9-490B-AED4-4FC2286C1115}" destId="{FA8D5E10-6F10-4741-8299-D8C165BF9328}" srcOrd="1" destOrd="0" presId="urn:microsoft.com/office/officeart/2005/8/layout/list1"/>
    <dgm:cxn modelId="{37B1F982-8BA1-6847-BA1C-5E6D1223EAF9}" type="presParOf" srcId="{E119A922-946C-CA4D-87D7-2320B3E4EBF7}" destId="{1534F789-9C7F-444A-A0A9-707374B9FE5F}" srcOrd="0" destOrd="0" presId="urn:microsoft.com/office/officeart/2005/8/layout/list1"/>
    <dgm:cxn modelId="{80DF1756-A872-BB4E-8EF7-25AF31C84940}" type="presParOf" srcId="{1534F789-9C7F-444A-A0A9-707374B9FE5F}" destId="{CEC08870-CDF9-C141-B345-C19B37A4DAB7}" srcOrd="0" destOrd="0" presId="urn:microsoft.com/office/officeart/2005/8/layout/list1"/>
    <dgm:cxn modelId="{445EDB31-600F-DE41-A5B1-B9A1E259EE17}" type="presParOf" srcId="{1534F789-9C7F-444A-A0A9-707374B9FE5F}" destId="{812B74C5-F0EB-6D44-81FA-AE86E1E954B1}" srcOrd="1" destOrd="0" presId="urn:microsoft.com/office/officeart/2005/8/layout/list1"/>
    <dgm:cxn modelId="{ED7D3868-6B6E-8F4B-B129-30ADA205A38A}" type="presParOf" srcId="{E119A922-946C-CA4D-87D7-2320B3E4EBF7}" destId="{1306C89D-E969-BE49-A252-DC19689901C1}" srcOrd="1" destOrd="0" presId="urn:microsoft.com/office/officeart/2005/8/layout/list1"/>
    <dgm:cxn modelId="{477427BC-9B00-C14C-96DB-596A655B7D6D}" type="presParOf" srcId="{E119A922-946C-CA4D-87D7-2320B3E4EBF7}" destId="{D7AACA52-5BD2-1141-A9B1-D49806EAA92F}" srcOrd="2" destOrd="0" presId="urn:microsoft.com/office/officeart/2005/8/layout/list1"/>
    <dgm:cxn modelId="{3D01C3B8-2B4E-E74E-B0E6-B1E9842D0ACC}" type="presParOf" srcId="{E119A922-946C-CA4D-87D7-2320B3E4EBF7}" destId="{C6650C5E-B07E-1C41-BCD7-2C374E6F4883}" srcOrd="3" destOrd="0" presId="urn:microsoft.com/office/officeart/2005/8/layout/list1"/>
    <dgm:cxn modelId="{1BC6C61A-9BF4-7746-B9C4-C442FBB1DFEA}" type="presParOf" srcId="{E119A922-946C-CA4D-87D7-2320B3E4EBF7}" destId="{A80C64F1-3B81-524B-8A98-5DF892A02CDB}" srcOrd="4" destOrd="0" presId="urn:microsoft.com/office/officeart/2005/8/layout/list1"/>
    <dgm:cxn modelId="{525EEEF1-6F57-3244-96D8-2AC209C6D01C}" type="presParOf" srcId="{A80C64F1-3B81-524B-8A98-5DF892A02CDB}" destId="{6B62D536-CA5B-B54B-9935-366FEB6FFD9C}" srcOrd="0" destOrd="0" presId="urn:microsoft.com/office/officeart/2005/8/layout/list1"/>
    <dgm:cxn modelId="{EE9F0B87-CFDC-0648-B18A-47FD582F7F24}" type="presParOf" srcId="{A80C64F1-3B81-524B-8A98-5DF892A02CDB}" destId="{B04AE076-FDF0-ED4D-B9FF-4FF3B70E7CBA}" srcOrd="1" destOrd="0" presId="urn:microsoft.com/office/officeart/2005/8/layout/list1"/>
    <dgm:cxn modelId="{32A998E3-396D-CA43-95FA-147041EA32FF}" type="presParOf" srcId="{E119A922-946C-CA4D-87D7-2320B3E4EBF7}" destId="{CCECE47F-3A63-884A-821B-2D46CA528B8F}" srcOrd="5" destOrd="0" presId="urn:microsoft.com/office/officeart/2005/8/layout/list1"/>
    <dgm:cxn modelId="{84ABCA32-348D-044E-94A0-9DAB479A4F72}" type="presParOf" srcId="{E119A922-946C-CA4D-87D7-2320B3E4EBF7}" destId="{CD587B85-1A69-D443-8508-0F329335B312}" srcOrd="6" destOrd="0" presId="urn:microsoft.com/office/officeart/2005/8/layout/list1"/>
    <dgm:cxn modelId="{F01D78E0-9929-E240-9662-B0F38235DD66}" type="presParOf" srcId="{E119A922-946C-CA4D-87D7-2320B3E4EBF7}" destId="{9129B226-2580-CB48-958B-4300D1D294BE}" srcOrd="7" destOrd="0" presId="urn:microsoft.com/office/officeart/2005/8/layout/list1"/>
    <dgm:cxn modelId="{FBA31F13-C063-4C42-9FFB-839FCE5A4AFB}" type="presParOf" srcId="{E119A922-946C-CA4D-87D7-2320B3E4EBF7}" destId="{37181383-66AB-4C46-8AB4-8A9DC071DEED}" srcOrd="8" destOrd="0" presId="urn:microsoft.com/office/officeart/2005/8/layout/list1"/>
    <dgm:cxn modelId="{E1181471-FFFC-554B-A64C-0B624D6B5064}" type="presParOf" srcId="{37181383-66AB-4C46-8AB4-8A9DC071DEED}" destId="{A0622EF6-C327-D34D-828B-6B7BC89ED58E}" srcOrd="0" destOrd="0" presId="urn:microsoft.com/office/officeart/2005/8/layout/list1"/>
    <dgm:cxn modelId="{D589A1C6-A61B-2044-8046-ABC7C220FFCD}" type="presParOf" srcId="{37181383-66AB-4C46-8AB4-8A9DC071DEED}" destId="{FA8D5E10-6F10-4741-8299-D8C165BF9328}" srcOrd="1" destOrd="0" presId="urn:microsoft.com/office/officeart/2005/8/layout/list1"/>
    <dgm:cxn modelId="{7B08F9C1-2853-B548-8045-486D90DDD393}" type="presParOf" srcId="{E119A922-946C-CA4D-87D7-2320B3E4EBF7}" destId="{EDD0A9B6-3897-654C-B793-E3CE75062E3F}" srcOrd="9" destOrd="0" presId="urn:microsoft.com/office/officeart/2005/8/layout/list1"/>
    <dgm:cxn modelId="{D8EB30BB-7F2F-A14A-BB6F-FAE2B47B5C0D}" type="presParOf" srcId="{E119A922-946C-CA4D-87D7-2320B3E4EBF7}" destId="{C04A28A4-689C-7244-AA96-63570AA42CB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B2B8535-398B-4B60-A0F4-3B9E94C2D539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1F4E85E-EDB1-40F0-BC95-C10C94D16967}">
      <dgm:prSet/>
      <dgm:spPr/>
      <dgm:t>
        <a:bodyPr/>
        <a:lstStyle/>
        <a:p>
          <a:r>
            <a:rPr lang="fr-FR"/>
            <a:t>-</a:t>
          </a:r>
          <a:r>
            <a:rPr lang="en-US"/>
            <a:t> Bonnes pratiques UX : clarté, cohérence, simplicité</a:t>
          </a:r>
        </a:p>
      </dgm:t>
    </dgm:pt>
    <dgm:pt modelId="{97D07D8E-49DE-4866-A793-2C7CA6F25755}" type="parTrans" cxnId="{252F7125-2854-4612-BD6A-EF09410B86A7}">
      <dgm:prSet/>
      <dgm:spPr/>
      <dgm:t>
        <a:bodyPr/>
        <a:lstStyle/>
        <a:p>
          <a:endParaRPr lang="en-US"/>
        </a:p>
      </dgm:t>
    </dgm:pt>
    <dgm:pt modelId="{53B60B23-A59D-4167-80FE-FD21CA3F4BF8}" type="sibTrans" cxnId="{252F7125-2854-4612-BD6A-EF09410B86A7}">
      <dgm:prSet/>
      <dgm:spPr/>
      <dgm:t>
        <a:bodyPr/>
        <a:lstStyle/>
        <a:p>
          <a:endParaRPr lang="en-US"/>
        </a:p>
      </dgm:t>
    </dgm:pt>
    <dgm:pt modelId="{85455E87-15B7-4706-9B83-F2B2E7F7F1B0}">
      <dgm:prSet/>
      <dgm:spPr/>
      <dgm:t>
        <a:bodyPr/>
        <a:lstStyle/>
        <a:p>
          <a:r>
            <a:rPr lang="fr-FR" dirty="0"/>
            <a:t>- </a:t>
          </a:r>
          <a:r>
            <a:rPr lang="en-US"/>
            <a:t>Accessibilité </a:t>
          </a:r>
          <a:r>
            <a:rPr lang="en-US" dirty="0"/>
            <a:t>: </a:t>
          </a:r>
          <a:r>
            <a:rPr lang="en-US" dirty="0" err="1"/>
            <a:t>visuel</a:t>
          </a:r>
          <a:r>
            <a:rPr lang="en-US" dirty="0"/>
            <a:t>, </a:t>
          </a:r>
          <a:r>
            <a:rPr lang="en-US" dirty="0" err="1"/>
            <a:t>moteur</a:t>
          </a:r>
          <a:r>
            <a:rPr lang="en-US" dirty="0"/>
            <a:t>, </a:t>
          </a:r>
          <a:r>
            <a:rPr lang="en-US" dirty="0" err="1"/>
            <a:t>auditif</a:t>
          </a:r>
          <a:r>
            <a:rPr lang="en-US" dirty="0"/>
            <a:t>, </a:t>
          </a:r>
          <a:r>
            <a:rPr lang="en-US" dirty="0" err="1"/>
            <a:t>cognitif</a:t>
          </a:r>
          <a:endParaRPr lang="en-US" dirty="0"/>
        </a:p>
      </dgm:t>
    </dgm:pt>
    <dgm:pt modelId="{5A5E098F-18BB-4315-B70D-E9CE9C50F0A3}" type="parTrans" cxnId="{F9D47410-2B24-42D8-B601-94B83C5F828A}">
      <dgm:prSet/>
      <dgm:spPr/>
      <dgm:t>
        <a:bodyPr/>
        <a:lstStyle/>
        <a:p>
          <a:endParaRPr lang="en-US"/>
        </a:p>
      </dgm:t>
    </dgm:pt>
    <dgm:pt modelId="{BA0DC3C8-349C-4181-ADBE-75B924E18E56}" type="sibTrans" cxnId="{F9D47410-2B24-42D8-B601-94B83C5F828A}">
      <dgm:prSet/>
      <dgm:spPr/>
      <dgm:t>
        <a:bodyPr/>
        <a:lstStyle/>
        <a:p>
          <a:endParaRPr lang="en-US"/>
        </a:p>
      </dgm:t>
    </dgm:pt>
    <dgm:pt modelId="{8F73C596-2EF2-4743-9D5F-7D9236ECBE6B}">
      <dgm:prSet/>
      <dgm:spPr/>
      <dgm:t>
        <a:bodyPr/>
        <a:lstStyle/>
        <a:p>
          <a:r>
            <a:rPr lang="en-US"/>
            <a:t>Pourquoi c’est important :</a:t>
          </a:r>
        </a:p>
      </dgm:t>
    </dgm:pt>
    <dgm:pt modelId="{4A03AE86-ED48-4242-9BFE-B2E32FA7B393}" type="parTrans" cxnId="{9393A045-155A-4647-AD8B-EFCE262172C1}">
      <dgm:prSet/>
      <dgm:spPr/>
      <dgm:t>
        <a:bodyPr/>
        <a:lstStyle/>
        <a:p>
          <a:endParaRPr lang="en-US"/>
        </a:p>
      </dgm:t>
    </dgm:pt>
    <dgm:pt modelId="{CFF74508-ABAF-4E85-BE71-9AD893CCEE23}" type="sibTrans" cxnId="{9393A045-155A-4647-AD8B-EFCE262172C1}">
      <dgm:prSet/>
      <dgm:spPr/>
      <dgm:t>
        <a:bodyPr/>
        <a:lstStyle/>
        <a:p>
          <a:endParaRPr lang="en-US"/>
        </a:p>
      </dgm:t>
    </dgm:pt>
    <dgm:pt modelId="{0AB217A6-E9D9-48D4-8754-D12F095A2CB9}">
      <dgm:prSet/>
      <dgm:spPr/>
      <dgm:t>
        <a:bodyPr/>
        <a:lstStyle/>
        <a:p>
          <a:r>
            <a:rPr lang="en-US"/>
            <a:t>• Inclusion &amp; qualité</a:t>
          </a:r>
        </a:p>
      </dgm:t>
    </dgm:pt>
    <dgm:pt modelId="{03B84C43-81C8-455A-A672-F16AB15B842B}" type="parTrans" cxnId="{31CC9270-A978-4BC2-8DBD-D45F8B9415C4}">
      <dgm:prSet/>
      <dgm:spPr/>
      <dgm:t>
        <a:bodyPr/>
        <a:lstStyle/>
        <a:p>
          <a:endParaRPr lang="en-US"/>
        </a:p>
      </dgm:t>
    </dgm:pt>
    <dgm:pt modelId="{751E5E3A-632A-454F-A4AE-A68348C539F0}" type="sibTrans" cxnId="{31CC9270-A978-4BC2-8DBD-D45F8B9415C4}">
      <dgm:prSet/>
      <dgm:spPr/>
      <dgm:t>
        <a:bodyPr/>
        <a:lstStyle/>
        <a:p>
          <a:endParaRPr lang="en-US"/>
        </a:p>
      </dgm:t>
    </dgm:pt>
    <dgm:pt modelId="{D12641E2-D5F9-4AEF-93DE-ED5BF689A690}">
      <dgm:prSet/>
      <dgm:spPr/>
      <dgm:t>
        <a:bodyPr/>
        <a:lstStyle/>
        <a:p>
          <a:r>
            <a:rPr lang="fr-FR"/>
            <a:t>•</a:t>
          </a:r>
          <a:r>
            <a:rPr lang="en-US"/>
            <a:t> Réduction des erreurs</a:t>
          </a:r>
        </a:p>
      </dgm:t>
    </dgm:pt>
    <dgm:pt modelId="{03F2C111-D35D-48EA-9E3C-3626B68DC196}" type="parTrans" cxnId="{18F04EE9-5EF7-49CC-9C65-EDAB628A86F6}">
      <dgm:prSet/>
      <dgm:spPr/>
      <dgm:t>
        <a:bodyPr/>
        <a:lstStyle/>
        <a:p>
          <a:endParaRPr lang="en-US"/>
        </a:p>
      </dgm:t>
    </dgm:pt>
    <dgm:pt modelId="{F53B2498-01DD-44D6-8170-559121707CDB}" type="sibTrans" cxnId="{18F04EE9-5EF7-49CC-9C65-EDAB628A86F6}">
      <dgm:prSet/>
      <dgm:spPr/>
      <dgm:t>
        <a:bodyPr/>
        <a:lstStyle/>
        <a:p>
          <a:endParaRPr lang="en-US"/>
        </a:p>
      </dgm:t>
    </dgm:pt>
    <dgm:pt modelId="{1EBC7604-CB78-4897-9688-8BB9ACCDA84A}">
      <dgm:prSet/>
      <dgm:spPr/>
      <dgm:t>
        <a:bodyPr/>
        <a:lstStyle/>
        <a:p>
          <a:r>
            <a:rPr lang="fr-FR"/>
            <a:t>•</a:t>
          </a:r>
          <a:r>
            <a:rPr lang="en-US"/>
            <a:t> Amélioration SEO et expérience utilisateur</a:t>
          </a:r>
        </a:p>
      </dgm:t>
    </dgm:pt>
    <dgm:pt modelId="{D9F16ADF-2F00-4099-9EB3-0F0EAD0750E9}" type="parTrans" cxnId="{206A0A49-9DDF-4C5B-92EC-58EF046CA2ED}">
      <dgm:prSet/>
      <dgm:spPr/>
      <dgm:t>
        <a:bodyPr/>
        <a:lstStyle/>
        <a:p>
          <a:endParaRPr lang="en-US"/>
        </a:p>
      </dgm:t>
    </dgm:pt>
    <dgm:pt modelId="{AE8B5440-B55B-4E40-8437-5B16B328FD58}" type="sibTrans" cxnId="{206A0A49-9DDF-4C5B-92EC-58EF046CA2ED}">
      <dgm:prSet/>
      <dgm:spPr/>
      <dgm:t>
        <a:bodyPr/>
        <a:lstStyle/>
        <a:p>
          <a:endParaRPr lang="en-US"/>
        </a:p>
      </dgm:t>
    </dgm:pt>
    <dgm:pt modelId="{782BAE52-678F-7743-8FE2-91E282C07D8A}" type="pres">
      <dgm:prSet presAssocID="{EB2B8535-398B-4B60-A0F4-3B9E94C2D539}" presName="Name0" presStyleCnt="0">
        <dgm:presLayoutVars>
          <dgm:dir/>
          <dgm:animLvl val="lvl"/>
          <dgm:resizeHandles val="exact"/>
        </dgm:presLayoutVars>
      </dgm:prSet>
      <dgm:spPr/>
    </dgm:pt>
    <dgm:pt modelId="{0D410066-6289-8C40-833D-3182FEB10DF1}" type="pres">
      <dgm:prSet presAssocID="{8F73C596-2EF2-4743-9D5F-7D9236ECBE6B}" presName="boxAndChildren" presStyleCnt="0"/>
      <dgm:spPr/>
    </dgm:pt>
    <dgm:pt modelId="{9FF13B40-3EF0-E341-A43A-4432B1E05A0B}" type="pres">
      <dgm:prSet presAssocID="{8F73C596-2EF2-4743-9D5F-7D9236ECBE6B}" presName="parentTextBox" presStyleLbl="node1" presStyleIdx="0" presStyleCnt="3"/>
      <dgm:spPr/>
    </dgm:pt>
    <dgm:pt modelId="{C27F7626-D9BC-E54C-91CB-B62677D831B9}" type="pres">
      <dgm:prSet presAssocID="{8F73C596-2EF2-4743-9D5F-7D9236ECBE6B}" presName="entireBox" presStyleLbl="node1" presStyleIdx="0" presStyleCnt="3"/>
      <dgm:spPr/>
    </dgm:pt>
    <dgm:pt modelId="{DF68DE88-9911-8241-8493-BFD675C041BF}" type="pres">
      <dgm:prSet presAssocID="{8F73C596-2EF2-4743-9D5F-7D9236ECBE6B}" presName="descendantBox" presStyleCnt="0"/>
      <dgm:spPr/>
    </dgm:pt>
    <dgm:pt modelId="{6AE02817-9B50-9245-81ED-C5BF9DF2E3CA}" type="pres">
      <dgm:prSet presAssocID="{0AB217A6-E9D9-48D4-8754-D12F095A2CB9}" presName="childTextBox" presStyleLbl="fgAccFollowNode1" presStyleIdx="0" presStyleCnt="3">
        <dgm:presLayoutVars>
          <dgm:bulletEnabled val="1"/>
        </dgm:presLayoutVars>
      </dgm:prSet>
      <dgm:spPr/>
    </dgm:pt>
    <dgm:pt modelId="{D78ABB91-5998-DF4F-AD9B-315A64B043CA}" type="pres">
      <dgm:prSet presAssocID="{D12641E2-D5F9-4AEF-93DE-ED5BF689A690}" presName="childTextBox" presStyleLbl="fgAccFollowNode1" presStyleIdx="1" presStyleCnt="3">
        <dgm:presLayoutVars>
          <dgm:bulletEnabled val="1"/>
        </dgm:presLayoutVars>
      </dgm:prSet>
      <dgm:spPr/>
    </dgm:pt>
    <dgm:pt modelId="{6E874DF8-8D52-B144-89CE-CF0519DCD67E}" type="pres">
      <dgm:prSet presAssocID="{1EBC7604-CB78-4897-9688-8BB9ACCDA84A}" presName="childTextBox" presStyleLbl="fgAccFollowNode1" presStyleIdx="2" presStyleCnt="3">
        <dgm:presLayoutVars>
          <dgm:bulletEnabled val="1"/>
        </dgm:presLayoutVars>
      </dgm:prSet>
      <dgm:spPr/>
    </dgm:pt>
    <dgm:pt modelId="{5A7B1141-EDDD-DC4D-99FF-D0539228234F}" type="pres">
      <dgm:prSet presAssocID="{BA0DC3C8-349C-4181-ADBE-75B924E18E56}" presName="sp" presStyleCnt="0"/>
      <dgm:spPr/>
    </dgm:pt>
    <dgm:pt modelId="{C2AF3D8D-F3D9-F849-837C-E74D84DDA8A5}" type="pres">
      <dgm:prSet presAssocID="{85455E87-15B7-4706-9B83-F2B2E7F7F1B0}" presName="arrowAndChildren" presStyleCnt="0"/>
      <dgm:spPr/>
    </dgm:pt>
    <dgm:pt modelId="{A9117B35-25EE-904B-8538-878D8FBBD1D6}" type="pres">
      <dgm:prSet presAssocID="{85455E87-15B7-4706-9B83-F2B2E7F7F1B0}" presName="parentTextArrow" presStyleLbl="node1" presStyleIdx="1" presStyleCnt="3"/>
      <dgm:spPr/>
    </dgm:pt>
    <dgm:pt modelId="{48CE5DB9-FDC9-8443-954A-CBF6AE0A5D50}" type="pres">
      <dgm:prSet presAssocID="{53B60B23-A59D-4167-80FE-FD21CA3F4BF8}" presName="sp" presStyleCnt="0"/>
      <dgm:spPr/>
    </dgm:pt>
    <dgm:pt modelId="{D45E538C-6A7C-B246-A3CC-C1C1E73DA37D}" type="pres">
      <dgm:prSet presAssocID="{11F4E85E-EDB1-40F0-BC95-C10C94D16967}" presName="arrowAndChildren" presStyleCnt="0"/>
      <dgm:spPr/>
    </dgm:pt>
    <dgm:pt modelId="{4EBDE631-9277-3F4B-A454-D6F920B87736}" type="pres">
      <dgm:prSet presAssocID="{11F4E85E-EDB1-40F0-BC95-C10C94D16967}" presName="parentTextArrow" presStyleLbl="node1" presStyleIdx="2" presStyleCnt="3"/>
      <dgm:spPr/>
    </dgm:pt>
  </dgm:ptLst>
  <dgm:cxnLst>
    <dgm:cxn modelId="{F9D47410-2B24-42D8-B601-94B83C5F828A}" srcId="{EB2B8535-398B-4B60-A0F4-3B9E94C2D539}" destId="{85455E87-15B7-4706-9B83-F2B2E7F7F1B0}" srcOrd="1" destOrd="0" parTransId="{5A5E098F-18BB-4315-B70D-E9CE9C50F0A3}" sibTransId="{BA0DC3C8-349C-4181-ADBE-75B924E18E56}"/>
    <dgm:cxn modelId="{8880B919-02C9-E642-BBF7-0237587D0E67}" type="presOf" srcId="{0AB217A6-E9D9-48D4-8754-D12F095A2CB9}" destId="{6AE02817-9B50-9245-81ED-C5BF9DF2E3CA}" srcOrd="0" destOrd="0" presId="urn:microsoft.com/office/officeart/2005/8/layout/process4"/>
    <dgm:cxn modelId="{0EDFC423-8D6D-7744-8B4C-87F10E46C965}" type="presOf" srcId="{11F4E85E-EDB1-40F0-BC95-C10C94D16967}" destId="{4EBDE631-9277-3F4B-A454-D6F920B87736}" srcOrd="0" destOrd="0" presId="urn:microsoft.com/office/officeart/2005/8/layout/process4"/>
    <dgm:cxn modelId="{16FBDE24-9E47-6E4A-B582-AB0E205AC67C}" type="presOf" srcId="{1EBC7604-CB78-4897-9688-8BB9ACCDA84A}" destId="{6E874DF8-8D52-B144-89CE-CF0519DCD67E}" srcOrd="0" destOrd="0" presId="urn:microsoft.com/office/officeart/2005/8/layout/process4"/>
    <dgm:cxn modelId="{252F7125-2854-4612-BD6A-EF09410B86A7}" srcId="{EB2B8535-398B-4B60-A0F4-3B9E94C2D539}" destId="{11F4E85E-EDB1-40F0-BC95-C10C94D16967}" srcOrd="0" destOrd="0" parTransId="{97D07D8E-49DE-4866-A793-2C7CA6F25755}" sibTransId="{53B60B23-A59D-4167-80FE-FD21CA3F4BF8}"/>
    <dgm:cxn modelId="{FE6B8C3E-7132-4C44-850E-B67EF9BA6A34}" type="presOf" srcId="{EB2B8535-398B-4B60-A0F4-3B9E94C2D539}" destId="{782BAE52-678F-7743-8FE2-91E282C07D8A}" srcOrd="0" destOrd="0" presId="urn:microsoft.com/office/officeart/2005/8/layout/process4"/>
    <dgm:cxn modelId="{9393A045-155A-4647-AD8B-EFCE262172C1}" srcId="{EB2B8535-398B-4B60-A0F4-3B9E94C2D539}" destId="{8F73C596-2EF2-4743-9D5F-7D9236ECBE6B}" srcOrd="2" destOrd="0" parTransId="{4A03AE86-ED48-4242-9BFE-B2E32FA7B393}" sibTransId="{CFF74508-ABAF-4E85-BE71-9AD893CCEE23}"/>
    <dgm:cxn modelId="{206A0A49-9DDF-4C5B-92EC-58EF046CA2ED}" srcId="{8F73C596-2EF2-4743-9D5F-7D9236ECBE6B}" destId="{1EBC7604-CB78-4897-9688-8BB9ACCDA84A}" srcOrd="2" destOrd="0" parTransId="{D9F16ADF-2F00-4099-9EB3-0F0EAD0750E9}" sibTransId="{AE8B5440-B55B-4E40-8437-5B16B328FD58}"/>
    <dgm:cxn modelId="{31CC9270-A978-4BC2-8DBD-D45F8B9415C4}" srcId="{8F73C596-2EF2-4743-9D5F-7D9236ECBE6B}" destId="{0AB217A6-E9D9-48D4-8754-D12F095A2CB9}" srcOrd="0" destOrd="0" parTransId="{03B84C43-81C8-455A-A672-F16AB15B842B}" sibTransId="{751E5E3A-632A-454F-A4AE-A68348C539F0}"/>
    <dgm:cxn modelId="{E8663987-F039-FB4C-BDA2-F7C9481AE22C}" type="presOf" srcId="{8F73C596-2EF2-4743-9D5F-7D9236ECBE6B}" destId="{C27F7626-D9BC-E54C-91CB-B62677D831B9}" srcOrd="1" destOrd="0" presId="urn:microsoft.com/office/officeart/2005/8/layout/process4"/>
    <dgm:cxn modelId="{BE30BEB0-AD86-BB4D-BF17-746FD8D7BB3B}" type="presOf" srcId="{D12641E2-D5F9-4AEF-93DE-ED5BF689A690}" destId="{D78ABB91-5998-DF4F-AD9B-315A64B043CA}" srcOrd="0" destOrd="0" presId="urn:microsoft.com/office/officeart/2005/8/layout/process4"/>
    <dgm:cxn modelId="{9253DDCE-B380-274C-B990-E617FED5C839}" type="presOf" srcId="{8F73C596-2EF2-4743-9D5F-7D9236ECBE6B}" destId="{9FF13B40-3EF0-E341-A43A-4432B1E05A0B}" srcOrd="0" destOrd="0" presId="urn:microsoft.com/office/officeart/2005/8/layout/process4"/>
    <dgm:cxn modelId="{E5760DDF-B136-E543-B747-B1723BAC4C2C}" type="presOf" srcId="{85455E87-15B7-4706-9B83-F2B2E7F7F1B0}" destId="{A9117B35-25EE-904B-8538-878D8FBBD1D6}" srcOrd="0" destOrd="0" presId="urn:microsoft.com/office/officeart/2005/8/layout/process4"/>
    <dgm:cxn modelId="{18F04EE9-5EF7-49CC-9C65-EDAB628A86F6}" srcId="{8F73C596-2EF2-4743-9D5F-7D9236ECBE6B}" destId="{D12641E2-D5F9-4AEF-93DE-ED5BF689A690}" srcOrd="1" destOrd="0" parTransId="{03F2C111-D35D-48EA-9E3C-3626B68DC196}" sibTransId="{F53B2498-01DD-44D6-8170-559121707CDB}"/>
    <dgm:cxn modelId="{5B2A9767-C141-134C-8ECD-8A74DEE1C69F}" type="presParOf" srcId="{782BAE52-678F-7743-8FE2-91E282C07D8A}" destId="{0D410066-6289-8C40-833D-3182FEB10DF1}" srcOrd="0" destOrd="0" presId="urn:microsoft.com/office/officeart/2005/8/layout/process4"/>
    <dgm:cxn modelId="{77913C0F-DE47-3B4A-A012-C03E32C7216D}" type="presParOf" srcId="{0D410066-6289-8C40-833D-3182FEB10DF1}" destId="{9FF13B40-3EF0-E341-A43A-4432B1E05A0B}" srcOrd="0" destOrd="0" presId="urn:microsoft.com/office/officeart/2005/8/layout/process4"/>
    <dgm:cxn modelId="{A2F43101-D574-BD46-B81A-F9F0A0FCFDF1}" type="presParOf" srcId="{0D410066-6289-8C40-833D-3182FEB10DF1}" destId="{C27F7626-D9BC-E54C-91CB-B62677D831B9}" srcOrd="1" destOrd="0" presId="urn:microsoft.com/office/officeart/2005/8/layout/process4"/>
    <dgm:cxn modelId="{4F83968B-4E49-FE4A-9E93-832888C9E80F}" type="presParOf" srcId="{0D410066-6289-8C40-833D-3182FEB10DF1}" destId="{DF68DE88-9911-8241-8493-BFD675C041BF}" srcOrd="2" destOrd="0" presId="urn:microsoft.com/office/officeart/2005/8/layout/process4"/>
    <dgm:cxn modelId="{32D56D0D-AAF3-0249-8889-143C68BADC99}" type="presParOf" srcId="{DF68DE88-9911-8241-8493-BFD675C041BF}" destId="{6AE02817-9B50-9245-81ED-C5BF9DF2E3CA}" srcOrd="0" destOrd="0" presId="urn:microsoft.com/office/officeart/2005/8/layout/process4"/>
    <dgm:cxn modelId="{E590103D-10A8-5A4D-9241-3BB2BECA6AD7}" type="presParOf" srcId="{DF68DE88-9911-8241-8493-BFD675C041BF}" destId="{D78ABB91-5998-DF4F-AD9B-315A64B043CA}" srcOrd="1" destOrd="0" presId="urn:microsoft.com/office/officeart/2005/8/layout/process4"/>
    <dgm:cxn modelId="{09360290-C4D5-5D46-BAA1-16CC08064683}" type="presParOf" srcId="{DF68DE88-9911-8241-8493-BFD675C041BF}" destId="{6E874DF8-8D52-B144-89CE-CF0519DCD67E}" srcOrd="2" destOrd="0" presId="urn:microsoft.com/office/officeart/2005/8/layout/process4"/>
    <dgm:cxn modelId="{02ABF07B-7300-704A-8A23-9EC556955DAF}" type="presParOf" srcId="{782BAE52-678F-7743-8FE2-91E282C07D8A}" destId="{5A7B1141-EDDD-DC4D-99FF-D0539228234F}" srcOrd="1" destOrd="0" presId="urn:microsoft.com/office/officeart/2005/8/layout/process4"/>
    <dgm:cxn modelId="{091B0BB0-CE7A-C741-BA31-ED33745E9D7A}" type="presParOf" srcId="{782BAE52-678F-7743-8FE2-91E282C07D8A}" destId="{C2AF3D8D-F3D9-F849-837C-E74D84DDA8A5}" srcOrd="2" destOrd="0" presId="urn:microsoft.com/office/officeart/2005/8/layout/process4"/>
    <dgm:cxn modelId="{8906BCC6-F561-2D48-B551-28EB91114B78}" type="presParOf" srcId="{C2AF3D8D-F3D9-F849-837C-E74D84DDA8A5}" destId="{A9117B35-25EE-904B-8538-878D8FBBD1D6}" srcOrd="0" destOrd="0" presId="urn:microsoft.com/office/officeart/2005/8/layout/process4"/>
    <dgm:cxn modelId="{24511B8D-8D03-3740-9F82-10E239FE71D0}" type="presParOf" srcId="{782BAE52-678F-7743-8FE2-91E282C07D8A}" destId="{48CE5DB9-FDC9-8443-954A-CBF6AE0A5D50}" srcOrd="3" destOrd="0" presId="urn:microsoft.com/office/officeart/2005/8/layout/process4"/>
    <dgm:cxn modelId="{8F67E71F-F83F-A54B-9355-238743FD47D9}" type="presParOf" srcId="{782BAE52-678F-7743-8FE2-91E282C07D8A}" destId="{D45E538C-6A7C-B246-A3CC-C1C1E73DA37D}" srcOrd="4" destOrd="0" presId="urn:microsoft.com/office/officeart/2005/8/layout/process4"/>
    <dgm:cxn modelId="{48AC1BFA-BE12-B94D-9752-6261282F8890}" type="presParOf" srcId="{D45E538C-6A7C-B246-A3CC-C1C1E73DA37D}" destId="{4EBDE631-9277-3F4B-A454-D6F920B8773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8A6E770-8FEB-4A18-995E-EAB3C2E8219F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5873C4-E866-445B-9CB9-4ED683A9BCC3}">
      <dgm:prSet/>
      <dgm:spPr/>
      <dgm:t>
        <a:bodyPr/>
        <a:lstStyle/>
        <a:p>
          <a:r>
            <a:rPr lang="fr-FR" b="0" i="0"/>
            <a:t>-</a:t>
          </a:r>
          <a:r>
            <a:rPr lang="en-US" b="0" i="0"/>
            <a:t> Architecture simple et scalable</a:t>
          </a:r>
          <a:endParaRPr lang="en-US"/>
        </a:p>
      </dgm:t>
    </dgm:pt>
    <dgm:pt modelId="{4B9A20C0-7185-4ED2-9C33-C6118D4A512F}" type="parTrans" cxnId="{00197C10-1EBF-40A8-AD1C-D9C36CD076A7}">
      <dgm:prSet/>
      <dgm:spPr/>
      <dgm:t>
        <a:bodyPr/>
        <a:lstStyle/>
        <a:p>
          <a:endParaRPr lang="en-US"/>
        </a:p>
      </dgm:t>
    </dgm:pt>
    <dgm:pt modelId="{F982B11C-0C8A-4AFC-AD77-3C7C0DFE6BC7}" type="sibTrans" cxnId="{00197C10-1EBF-40A8-AD1C-D9C36CD076A7}">
      <dgm:prSet/>
      <dgm:spPr/>
      <dgm:t>
        <a:bodyPr/>
        <a:lstStyle/>
        <a:p>
          <a:endParaRPr lang="en-US"/>
        </a:p>
      </dgm:t>
    </dgm:pt>
    <dgm:pt modelId="{34FDD1C6-D2CB-44AA-A29C-2F03D2DF6112}">
      <dgm:prSet/>
      <dgm:spPr/>
      <dgm:t>
        <a:bodyPr/>
        <a:lstStyle/>
        <a:p>
          <a:r>
            <a:rPr lang="fr-FR" b="0" i="0"/>
            <a:t>-</a:t>
          </a:r>
          <a:r>
            <a:rPr lang="en-US" b="0" i="0"/>
            <a:t> README.md clair (Markdown)</a:t>
          </a:r>
          <a:endParaRPr lang="en-US"/>
        </a:p>
      </dgm:t>
    </dgm:pt>
    <dgm:pt modelId="{7C2F415A-2D8F-470D-B624-80E827F3DF3A}" type="parTrans" cxnId="{E4FC7809-7196-4475-B044-E6C9D7795654}">
      <dgm:prSet/>
      <dgm:spPr/>
      <dgm:t>
        <a:bodyPr/>
        <a:lstStyle/>
        <a:p>
          <a:endParaRPr lang="en-US"/>
        </a:p>
      </dgm:t>
    </dgm:pt>
    <dgm:pt modelId="{7649B8A4-B85D-44E6-93AC-7BAD61C83BE2}" type="sibTrans" cxnId="{E4FC7809-7196-4475-B044-E6C9D7795654}">
      <dgm:prSet/>
      <dgm:spPr/>
      <dgm:t>
        <a:bodyPr/>
        <a:lstStyle/>
        <a:p>
          <a:endParaRPr lang="en-US"/>
        </a:p>
      </dgm:t>
    </dgm:pt>
    <dgm:pt modelId="{36F31CFC-2F32-49DE-A5EB-DC20B9447DA9}">
      <dgm:prSet/>
      <dgm:spPr/>
      <dgm:t>
        <a:bodyPr/>
        <a:lstStyle/>
        <a:p>
          <a:r>
            <a:rPr lang="fr-FR" b="0" i="0"/>
            <a:t>-</a:t>
          </a:r>
          <a:r>
            <a:rPr lang="en-US" b="0" i="0"/>
            <a:t> Présentation finale :</a:t>
          </a:r>
          <a:endParaRPr lang="en-US"/>
        </a:p>
      </dgm:t>
    </dgm:pt>
    <dgm:pt modelId="{99814570-B0B5-4FA6-A473-09976DE30CB0}" type="parTrans" cxnId="{57B77ED4-97F8-401D-B38C-221E2E22669D}">
      <dgm:prSet/>
      <dgm:spPr/>
      <dgm:t>
        <a:bodyPr/>
        <a:lstStyle/>
        <a:p>
          <a:endParaRPr lang="en-US"/>
        </a:p>
      </dgm:t>
    </dgm:pt>
    <dgm:pt modelId="{273A387B-EBDD-42DB-95C3-BE4E5F2868F3}" type="sibTrans" cxnId="{57B77ED4-97F8-401D-B38C-221E2E22669D}">
      <dgm:prSet/>
      <dgm:spPr/>
      <dgm:t>
        <a:bodyPr/>
        <a:lstStyle/>
        <a:p>
          <a:endParaRPr lang="en-US"/>
        </a:p>
      </dgm:t>
    </dgm:pt>
    <dgm:pt modelId="{70542EF2-849B-4216-B9C2-F2C698EED834}">
      <dgm:prSet/>
      <dgm:spPr/>
      <dgm:t>
        <a:bodyPr/>
        <a:lstStyle/>
        <a:p>
          <a:r>
            <a:rPr lang="fr-FR" b="0" i="0"/>
            <a:t>•</a:t>
          </a:r>
          <a:r>
            <a:rPr lang="en-US" b="0" i="0"/>
            <a:t> Bonnes pratiques</a:t>
          </a:r>
          <a:endParaRPr lang="en-US"/>
        </a:p>
      </dgm:t>
    </dgm:pt>
    <dgm:pt modelId="{EF328004-506F-499C-9EA2-B0FCFF500BC2}" type="parTrans" cxnId="{8AAEF660-93E2-41B6-954E-44F3268E7EEE}">
      <dgm:prSet/>
      <dgm:spPr/>
      <dgm:t>
        <a:bodyPr/>
        <a:lstStyle/>
        <a:p>
          <a:endParaRPr lang="en-US"/>
        </a:p>
      </dgm:t>
    </dgm:pt>
    <dgm:pt modelId="{9B9753E4-453B-4050-B5F0-8E9D73BC5256}" type="sibTrans" cxnId="{8AAEF660-93E2-41B6-954E-44F3268E7EEE}">
      <dgm:prSet/>
      <dgm:spPr/>
      <dgm:t>
        <a:bodyPr/>
        <a:lstStyle/>
        <a:p>
          <a:endParaRPr lang="en-US"/>
        </a:p>
      </dgm:t>
    </dgm:pt>
    <dgm:pt modelId="{7A9221F7-0C78-4140-AE34-9EBBE4F74E3E}">
      <dgm:prSet/>
      <dgm:spPr/>
      <dgm:t>
        <a:bodyPr/>
        <a:lstStyle/>
        <a:p>
          <a:r>
            <a:rPr lang="fr-FR" b="0" i="0"/>
            <a:t>•</a:t>
          </a:r>
          <a:r>
            <a:rPr lang="en-US" b="0" i="0"/>
            <a:t> Documentation</a:t>
          </a:r>
          <a:endParaRPr lang="en-US"/>
        </a:p>
      </dgm:t>
    </dgm:pt>
    <dgm:pt modelId="{DE746C0B-EDD7-4FE8-AB6B-BA7225874049}" type="parTrans" cxnId="{6BB68810-ADEE-496E-A1C7-A499A85E90E1}">
      <dgm:prSet/>
      <dgm:spPr/>
      <dgm:t>
        <a:bodyPr/>
        <a:lstStyle/>
        <a:p>
          <a:endParaRPr lang="en-US"/>
        </a:p>
      </dgm:t>
    </dgm:pt>
    <dgm:pt modelId="{39FC8345-0BCE-4C2F-8DF8-30C9D5C67371}" type="sibTrans" cxnId="{6BB68810-ADEE-496E-A1C7-A499A85E90E1}">
      <dgm:prSet/>
      <dgm:spPr/>
      <dgm:t>
        <a:bodyPr/>
        <a:lstStyle/>
        <a:p>
          <a:endParaRPr lang="en-US"/>
        </a:p>
      </dgm:t>
    </dgm:pt>
    <dgm:pt modelId="{91288790-2EC2-44F9-8271-EC21627D3AE4}">
      <dgm:prSet/>
      <dgm:spPr/>
      <dgm:t>
        <a:bodyPr/>
        <a:lstStyle/>
        <a:p>
          <a:r>
            <a:rPr lang="fr-FR" b="0" i="0"/>
            <a:t>•</a:t>
          </a:r>
          <a:r>
            <a:rPr lang="en-US" b="0" i="0"/>
            <a:t> CI/CD en action</a:t>
          </a:r>
          <a:endParaRPr lang="en-US"/>
        </a:p>
      </dgm:t>
    </dgm:pt>
    <dgm:pt modelId="{0F0AC95C-420F-4028-A976-216230E22C9F}" type="parTrans" cxnId="{1CF61360-33B4-44F2-A07E-A4448FD63359}">
      <dgm:prSet/>
      <dgm:spPr/>
      <dgm:t>
        <a:bodyPr/>
        <a:lstStyle/>
        <a:p>
          <a:endParaRPr lang="en-US"/>
        </a:p>
      </dgm:t>
    </dgm:pt>
    <dgm:pt modelId="{1DC34AFD-5C7D-4247-9A29-10C7F2FEEA46}" type="sibTrans" cxnId="{1CF61360-33B4-44F2-A07E-A4448FD63359}">
      <dgm:prSet/>
      <dgm:spPr/>
      <dgm:t>
        <a:bodyPr/>
        <a:lstStyle/>
        <a:p>
          <a:endParaRPr lang="en-US"/>
        </a:p>
      </dgm:t>
    </dgm:pt>
    <dgm:pt modelId="{C77B474B-7AEE-4CE7-8AB3-0502FE750C83}">
      <dgm:prSet/>
      <dgm:spPr/>
      <dgm:t>
        <a:bodyPr/>
        <a:lstStyle/>
        <a:p>
          <a:r>
            <a:rPr lang="fr-FR" b="0" i="0"/>
            <a:t>•</a:t>
          </a:r>
          <a:r>
            <a:rPr lang="en-US" b="0" i="0"/>
            <a:t> Choix technologiques</a:t>
          </a:r>
          <a:endParaRPr lang="en-US"/>
        </a:p>
      </dgm:t>
    </dgm:pt>
    <dgm:pt modelId="{A45773C9-468D-4AC5-9162-58E300AAFA5B}" type="parTrans" cxnId="{86DE84CC-2B61-4690-A32F-621922CD42D0}">
      <dgm:prSet/>
      <dgm:spPr/>
      <dgm:t>
        <a:bodyPr/>
        <a:lstStyle/>
        <a:p>
          <a:endParaRPr lang="en-US"/>
        </a:p>
      </dgm:t>
    </dgm:pt>
    <dgm:pt modelId="{EA6ABB58-E141-47A3-B9E2-1788D8B0819E}" type="sibTrans" cxnId="{86DE84CC-2B61-4690-A32F-621922CD42D0}">
      <dgm:prSet/>
      <dgm:spPr/>
      <dgm:t>
        <a:bodyPr/>
        <a:lstStyle/>
        <a:p>
          <a:endParaRPr lang="en-US"/>
        </a:p>
      </dgm:t>
    </dgm:pt>
    <dgm:pt modelId="{8CFE8324-70B3-4197-B5AA-A513B60C23DA}">
      <dgm:prSet/>
      <dgm:spPr/>
      <dgm:t>
        <a:bodyPr/>
        <a:lstStyle/>
        <a:p>
          <a:r>
            <a:rPr lang="fr-FR" b="0" i="0"/>
            <a:t>•</a:t>
          </a:r>
          <a:r>
            <a:rPr lang="en-US" b="0" i="0"/>
            <a:t> Code &amp; architecture</a:t>
          </a:r>
          <a:endParaRPr lang="en-US"/>
        </a:p>
      </dgm:t>
    </dgm:pt>
    <dgm:pt modelId="{9AFF303E-FEEA-46E4-9641-5AD229F1C075}" type="parTrans" cxnId="{526985E2-86C0-42BC-BBF7-BB40AEFE0382}">
      <dgm:prSet/>
      <dgm:spPr/>
      <dgm:t>
        <a:bodyPr/>
        <a:lstStyle/>
        <a:p>
          <a:endParaRPr lang="en-US"/>
        </a:p>
      </dgm:t>
    </dgm:pt>
    <dgm:pt modelId="{F9AE1129-9510-48C5-8ADB-B464B0701DE6}" type="sibTrans" cxnId="{526985E2-86C0-42BC-BBF7-BB40AEFE0382}">
      <dgm:prSet/>
      <dgm:spPr/>
      <dgm:t>
        <a:bodyPr/>
        <a:lstStyle/>
        <a:p>
          <a:endParaRPr lang="en-US"/>
        </a:p>
      </dgm:t>
    </dgm:pt>
    <dgm:pt modelId="{F4F5D0B9-02DE-2940-BDEF-8D47F2A1AA00}" type="pres">
      <dgm:prSet presAssocID="{E8A6E770-8FEB-4A18-995E-EAB3C2E8219F}" presName="Name0" presStyleCnt="0">
        <dgm:presLayoutVars>
          <dgm:dir/>
          <dgm:animLvl val="lvl"/>
          <dgm:resizeHandles val="exact"/>
        </dgm:presLayoutVars>
      </dgm:prSet>
      <dgm:spPr/>
    </dgm:pt>
    <dgm:pt modelId="{F658F770-77A3-5943-B4D4-AFC13CF1980C}" type="pres">
      <dgm:prSet presAssocID="{36F31CFC-2F32-49DE-A5EB-DC20B9447DA9}" presName="boxAndChildren" presStyleCnt="0"/>
      <dgm:spPr/>
    </dgm:pt>
    <dgm:pt modelId="{3A3972F7-25FD-A94E-ACD6-6AD28C9EA855}" type="pres">
      <dgm:prSet presAssocID="{36F31CFC-2F32-49DE-A5EB-DC20B9447DA9}" presName="parentTextBox" presStyleLbl="node1" presStyleIdx="0" presStyleCnt="3"/>
      <dgm:spPr/>
    </dgm:pt>
    <dgm:pt modelId="{7FFC1186-0C29-0D48-9EDC-594A767AF524}" type="pres">
      <dgm:prSet presAssocID="{36F31CFC-2F32-49DE-A5EB-DC20B9447DA9}" presName="entireBox" presStyleLbl="node1" presStyleIdx="0" presStyleCnt="3"/>
      <dgm:spPr/>
    </dgm:pt>
    <dgm:pt modelId="{278826D5-D453-9642-9BBA-4EE99C463895}" type="pres">
      <dgm:prSet presAssocID="{36F31CFC-2F32-49DE-A5EB-DC20B9447DA9}" presName="descendantBox" presStyleCnt="0"/>
      <dgm:spPr/>
    </dgm:pt>
    <dgm:pt modelId="{AA86EF27-2B92-FF48-AFAD-7461E57C8043}" type="pres">
      <dgm:prSet presAssocID="{70542EF2-849B-4216-B9C2-F2C698EED834}" presName="childTextBox" presStyleLbl="fgAccFollowNode1" presStyleIdx="0" presStyleCnt="5">
        <dgm:presLayoutVars>
          <dgm:bulletEnabled val="1"/>
        </dgm:presLayoutVars>
      </dgm:prSet>
      <dgm:spPr/>
    </dgm:pt>
    <dgm:pt modelId="{F50FCD12-B386-DE4B-A386-B8179CB7490B}" type="pres">
      <dgm:prSet presAssocID="{7A9221F7-0C78-4140-AE34-9EBBE4F74E3E}" presName="childTextBox" presStyleLbl="fgAccFollowNode1" presStyleIdx="1" presStyleCnt="5">
        <dgm:presLayoutVars>
          <dgm:bulletEnabled val="1"/>
        </dgm:presLayoutVars>
      </dgm:prSet>
      <dgm:spPr/>
    </dgm:pt>
    <dgm:pt modelId="{A8C68CBF-ABFC-8046-8DFA-866AD839E67E}" type="pres">
      <dgm:prSet presAssocID="{91288790-2EC2-44F9-8271-EC21627D3AE4}" presName="childTextBox" presStyleLbl="fgAccFollowNode1" presStyleIdx="2" presStyleCnt="5">
        <dgm:presLayoutVars>
          <dgm:bulletEnabled val="1"/>
        </dgm:presLayoutVars>
      </dgm:prSet>
      <dgm:spPr/>
    </dgm:pt>
    <dgm:pt modelId="{E9F9E560-B884-6F41-80B5-3A3AD85451FF}" type="pres">
      <dgm:prSet presAssocID="{C77B474B-7AEE-4CE7-8AB3-0502FE750C83}" presName="childTextBox" presStyleLbl="fgAccFollowNode1" presStyleIdx="3" presStyleCnt="5">
        <dgm:presLayoutVars>
          <dgm:bulletEnabled val="1"/>
        </dgm:presLayoutVars>
      </dgm:prSet>
      <dgm:spPr/>
    </dgm:pt>
    <dgm:pt modelId="{1D8FA2C8-B048-7745-B825-BA211EC7F13C}" type="pres">
      <dgm:prSet presAssocID="{8CFE8324-70B3-4197-B5AA-A513B60C23DA}" presName="childTextBox" presStyleLbl="fgAccFollowNode1" presStyleIdx="4" presStyleCnt="5">
        <dgm:presLayoutVars>
          <dgm:bulletEnabled val="1"/>
        </dgm:presLayoutVars>
      </dgm:prSet>
      <dgm:spPr/>
    </dgm:pt>
    <dgm:pt modelId="{40D34948-8F91-044B-8CAF-426B7DDCF493}" type="pres">
      <dgm:prSet presAssocID="{7649B8A4-B85D-44E6-93AC-7BAD61C83BE2}" presName="sp" presStyleCnt="0"/>
      <dgm:spPr/>
    </dgm:pt>
    <dgm:pt modelId="{FD1D7812-81E7-C943-8AA9-603CE79FF2C7}" type="pres">
      <dgm:prSet presAssocID="{34FDD1C6-D2CB-44AA-A29C-2F03D2DF6112}" presName="arrowAndChildren" presStyleCnt="0"/>
      <dgm:spPr/>
    </dgm:pt>
    <dgm:pt modelId="{4B54658D-627F-B548-8F64-79B49F93D94C}" type="pres">
      <dgm:prSet presAssocID="{34FDD1C6-D2CB-44AA-A29C-2F03D2DF6112}" presName="parentTextArrow" presStyleLbl="node1" presStyleIdx="1" presStyleCnt="3"/>
      <dgm:spPr/>
    </dgm:pt>
    <dgm:pt modelId="{9FC21B60-8C27-8349-9993-B00D64CCE48D}" type="pres">
      <dgm:prSet presAssocID="{F982B11C-0C8A-4AFC-AD77-3C7C0DFE6BC7}" presName="sp" presStyleCnt="0"/>
      <dgm:spPr/>
    </dgm:pt>
    <dgm:pt modelId="{90F50639-CE3C-2649-9B88-6C5FA159D3B1}" type="pres">
      <dgm:prSet presAssocID="{375873C4-E866-445B-9CB9-4ED683A9BCC3}" presName="arrowAndChildren" presStyleCnt="0"/>
      <dgm:spPr/>
    </dgm:pt>
    <dgm:pt modelId="{AC5DBBE7-33D1-304F-88EC-CFBE4E8256B0}" type="pres">
      <dgm:prSet presAssocID="{375873C4-E866-445B-9CB9-4ED683A9BCC3}" presName="parentTextArrow" presStyleLbl="node1" presStyleIdx="2" presStyleCnt="3"/>
      <dgm:spPr/>
    </dgm:pt>
  </dgm:ptLst>
  <dgm:cxnLst>
    <dgm:cxn modelId="{E4FC7809-7196-4475-B044-E6C9D7795654}" srcId="{E8A6E770-8FEB-4A18-995E-EAB3C2E8219F}" destId="{34FDD1C6-D2CB-44AA-A29C-2F03D2DF6112}" srcOrd="1" destOrd="0" parTransId="{7C2F415A-2D8F-470D-B624-80E827F3DF3A}" sibTransId="{7649B8A4-B85D-44E6-93AC-7BAD61C83BE2}"/>
    <dgm:cxn modelId="{00197C10-1EBF-40A8-AD1C-D9C36CD076A7}" srcId="{E8A6E770-8FEB-4A18-995E-EAB3C2E8219F}" destId="{375873C4-E866-445B-9CB9-4ED683A9BCC3}" srcOrd="0" destOrd="0" parTransId="{4B9A20C0-7185-4ED2-9C33-C6118D4A512F}" sibTransId="{F982B11C-0C8A-4AFC-AD77-3C7C0DFE6BC7}"/>
    <dgm:cxn modelId="{6BB68810-ADEE-496E-A1C7-A499A85E90E1}" srcId="{36F31CFC-2F32-49DE-A5EB-DC20B9447DA9}" destId="{7A9221F7-0C78-4140-AE34-9EBBE4F74E3E}" srcOrd="1" destOrd="0" parTransId="{DE746C0B-EDD7-4FE8-AB6B-BA7225874049}" sibTransId="{39FC8345-0BCE-4C2F-8DF8-30C9D5C67371}"/>
    <dgm:cxn modelId="{734DD91B-5C09-1548-B727-9CCF4891E081}" type="presOf" srcId="{36F31CFC-2F32-49DE-A5EB-DC20B9447DA9}" destId="{7FFC1186-0C29-0D48-9EDC-594A767AF524}" srcOrd="1" destOrd="0" presId="urn:microsoft.com/office/officeart/2005/8/layout/process4"/>
    <dgm:cxn modelId="{5A5A254F-7392-C649-80A6-322F3C9B51AD}" type="presOf" srcId="{8CFE8324-70B3-4197-B5AA-A513B60C23DA}" destId="{1D8FA2C8-B048-7745-B825-BA211EC7F13C}" srcOrd="0" destOrd="0" presId="urn:microsoft.com/office/officeart/2005/8/layout/process4"/>
    <dgm:cxn modelId="{1351855C-8901-5D47-B41F-974A247B194B}" type="presOf" srcId="{E8A6E770-8FEB-4A18-995E-EAB3C2E8219F}" destId="{F4F5D0B9-02DE-2940-BDEF-8D47F2A1AA00}" srcOrd="0" destOrd="0" presId="urn:microsoft.com/office/officeart/2005/8/layout/process4"/>
    <dgm:cxn modelId="{1CF61360-33B4-44F2-A07E-A4448FD63359}" srcId="{36F31CFC-2F32-49DE-A5EB-DC20B9447DA9}" destId="{91288790-2EC2-44F9-8271-EC21627D3AE4}" srcOrd="2" destOrd="0" parTransId="{0F0AC95C-420F-4028-A976-216230E22C9F}" sibTransId="{1DC34AFD-5C7D-4247-9A29-10C7F2FEEA46}"/>
    <dgm:cxn modelId="{8AAEF660-93E2-41B6-954E-44F3268E7EEE}" srcId="{36F31CFC-2F32-49DE-A5EB-DC20B9447DA9}" destId="{70542EF2-849B-4216-B9C2-F2C698EED834}" srcOrd="0" destOrd="0" parTransId="{EF328004-506F-499C-9EA2-B0FCFF500BC2}" sibTransId="{9B9753E4-453B-4050-B5F0-8E9D73BC5256}"/>
    <dgm:cxn modelId="{F17C8172-EF87-F64B-B392-A4F1F002C4A7}" type="presOf" srcId="{7A9221F7-0C78-4140-AE34-9EBBE4F74E3E}" destId="{F50FCD12-B386-DE4B-A386-B8179CB7490B}" srcOrd="0" destOrd="0" presId="urn:microsoft.com/office/officeart/2005/8/layout/process4"/>
    <dgm:cxn modelId="{0BC26C73-295B-7D41-9E7D-608454E3B0C4}" type="presOf" srcId="{34FDD1C6-D2CB-44AA-A29C-2F03D2DF6112}" destId="{4B54658D-627F-B548-8F64-79B49F93D94C}" srcOrd="0" destOrd="0" presId="urn:microsoft.com/office/officeart/2005/8/layout/process4"/>
    <dgm:cxn modelId="{1F7EFC76-0BD9-C341-96F4-7F4D6A7DDED2}" type="presOf" srcId="{91288790-2EC2-44F9-8271-EC21627D3AE4}" destId="{A8C68CBF-ABFC-8046-8DFA-866AD839E67E}" srcOrd="0" destOrd="0" presId="urn:microsoft.com/office/officeart/2005/8/layout/process4"/>
    <dgm:cxn modelId="{71A3CE86-9A6B-7B4A-9828-7C1709E783A0}" type="presOf" srcId="{375873C4-E866-445B-9CB9-4ED683A9BCC3}" destId="{AC5DBBE7-33D1-304F-88EC-CFBE4E8256B0}" srcOrd="0" destOrd="0" presId="urn:microsoft.com/office/officeart/2005/8/layout/process4"/>
    <dgm:cxn modelId="{049C0EC3-CDD3-614A-9B7D-89318F36DD2C}" type="presOf" srcId="{70542EF2-849B-4216-B9C2-F2C698EED834}" destId="{AA86EF27-2B92-FF48-AFAD-7461E57C8043}" srcOrd="0" destOrd="0" presId="urn:microsoft.com/office/officeart/2005/8/layout/process4"/>
    <dgm:cxn modelId="{86DE84CC-2B61-4690-A32F-621922CD42D0}" srcId="{36F31CFC-2F32-49DE-A5EB-DC20B9447DA9}" destId="{C77B474B-7AEE-4CE7-8AB3-0502FE750C83}" srcOrd="3" destOrd="0" parTransId="{A45773C9-468D-4AC5-9162-58E300AAFA5B}" sibTransId="{EA6ABB58-E141-47A3-B9E2-1788D8B0819E}"/>
    <dgm:cxn modelId="{57B77ED4-97F8-401D-B38C-221E2E22669D}" srcId="{E8A6E770-8FEB-4A18-995E-EAB3C2E8219F}" destId="{36F31CFC-2F32-49DE-A5EB-DC20B9447DA9}" srcOrd="2" destOrd="0" parTransId="{99814570-B0B5-4FA6-A473-09976DE30CB0}" sibTransId="{273A387B-EBDD-42DB-95C3-BE4E5F2868F3}"/>
    <dgm:cxn modelId="{34B2C9E0-C8CA-5040-8EC2-0A8647FF3E08}" type="presOf" srcId="{36F31CFC-2F32-49DE-A5EB-DC20B9447DA9}" destId="{3A3972F7-25FD-A94E-ACD6-6AD28C9EA855}" srcOrd="0" destOrd="0" presId="urn:microsoft.com/office/officeart/2005/8/layout/process4"/>
    <dgm:cxn modelId="{526985E2-86C0-42BC-BBF7-BB40AEFE0382}" srcId="{36F31CFC-2F32-49DE-A5EB-DC20B9447DA9}" destId="{8CFE8324-70B3-4197-B5AA-A513B60C23DA}" srcOrd="4" destOrd="0" parTransId="{9AFF303E-FEEA-46E4-9641-5AD229F1C075}" sibTransId="{F9AE1129-9510-48C5-8ADB-B464B0701DE6}"/>
    <dgm:cxn modelId="{D334C9E8-378B-554F-A0F3-F38BF57BFC8B}" type="presOf" srcId="{C77B474B-7AEE-4CE7-8AB3-0502FE750C83}" destId="{E9F9E560-B884-6F41-80B5-3A3AD85451FF}" srcOrd="0" destOrd="0" presId="urn:microsoft.com/office/officeart/2005/8/layout/process4"/>
    <dgm:cxn modelId="{0AE3C3A5-B9CD-C04C-8D0F-5FB13A0BD7D2}" type="presParOf" srcId="{F4F5D0B9-02DE-2940-BDEF-8D47F2A1AA00}" destId="{F658F770-77A3-5943-B4D4-AFC13CF1980C}" srcOrd="0" destOrd="0" presId="urn:microsoft.com/office/officeart/2005/8/layout/process4"/>
    <dgm:cxn modelId="{D62CB62C-6393-B446-BF49-89470197AE94}" type="presParOf" srcId="{F658F770-77A3-5943-B4D4-AFC13CF1980C}" destId="{3A3972F7-25FD-A94E-ACD6-6AD28C9EA855}" srcOrd="0" destOrd="0" presId="urn:microsoft.com/office/officeart/2005/8/layout/process4"/>
    <dgm:cxn modelId="{2C0544F7-B5F1-A248-BA40-1AFE009A1760}" type="presParOf" srcId="{F658F770-77A3-5943-B4D4-AFC13CF1980C}" destId="{7FFC1186-0C29-0D48-9EDC-594A767AF524}" srcOrd="1" destOrd="0" presId="urn:microsoft.com/office/officeart/2005/8/layout/process4"/>
    <dgm:cxn modelId="{E9A3270C-721E-5041-9706-D568D05F6932}" type="presParOf" srcId="{F658F770-77A3-5943-B4D4-AFC13CF1980C}" destId="{278826D5-D453-9642-9BBA-4EE99C463895}" srcOrd="2" destOrd="0" presId="urn:microsoft.com/office/officeart/2005/8/layout/process4"/>
    <dgm:cxn modelId="{2AA5C47D-D4B9-5445-ADAA-EEC8B31F12E3}" type="presParOf" srcId="{278826D5-D453-9642-9BBA-4EE99C463895}" destId="{AA86EF27-2B92-FF48-AFAD-7461E57C8043}" srcOrd="0" destOrd="0" presId="urn:microsoft.com/office/officeart/2005/8/layout/process4"/>
    <dgm:cxn modelId="{12E448F2-1DC0-CC4A-A59F-D93CBBD7398D}" type="presParOf" srcId="{278826D5-D453-9642-9BBA-4EE99C463895}" destId="{F50FCD12-B386-DE4B-A386-B8179CB7490B}" srcOrd="1" destOrd="0" presId="urn:microsoft.com/office/officeart/2005/8/layout/process4"/>
    <dgm:cxn modelId="{9655A749-AF9E-4D40-AF53-BB39A8754C7A}" type="presParOf" srcId="{278826D5-D453-9642-9BBA-4EE99C463895}" destId="{A8C68CBF-ABFC-8046-8DFA-866AD839E67E}" srcOrd="2" destOrd="0" presId="urn:microsoft.com/office/officeart/2005/8/layout/process4"/>
    <dgm:cxn modelId="{C5A22740-3415-CE45-A9B9-8B27CA8FDA15}" type="presParOf" srcId="{278826D5-D453-9642-9BBA-4EE99C463895}" destId="{E9F9E560-B884-6F41-80B5-3A3AD85451FF}" srcOrd="3" destOrd="0" presId="urn:microsoft.com/office/officeart/2005/8/layout/process4"/>
    <dgm:cxn modelId="{597544F0-C3F3-D345-9966-FA6D5C56E2D2}" type="presParOf" srcId="{278826D5-D453-9642-9BBA-4EE99C463895}" destId="{1D8FA2C8-B048-7745-B825-BA211EC7F13C}" srcOrd="4" destOrd="0" presId="urn:microsoft.com/office/officeart/2005/8/layout/process4"/>
    <dgm:cxn modelId="{CAB7DBF7-2912-1C48-AA78-E130D15446F2}" type="presParOf" srcId="{F4F5D0B9-02DE-2940-BDEF-8D47F2A1AA00}" destId="{40D34948-8F91-044B-8CAF-426B7DDCF493}" srcOrd="1" destOrd="0" presId="urn:microsoft.com/office/officeart/2005/8/layout/process4"/>
    <dgm:cxn modelId="{EC90116F-7A9B-8840-9F22-3720B6F1E0F6}" type="presParOf" srcId="{F4F5D0B9-02DE-2940-BDEF-8D47F2A1AA00}" destId="{FD1D7812-81E7-C943-8AA9-603CE79FF2C7}" srcOrd="2" destOrd="0" presId="urn:microsoft.com/office/officeart/2005/8/layout/process4"/>
    <dgm:cxn modelId="{EE62ADFB-0752-7141-BBDB-FC3320BA7DC6}" type="presParOf" srcId="{FD1D7812-81E7-C943-8AA9-603CE79FF2C7}" destId="{4B54658D-627F-B548-8F64-79B49F93D94C}" srcOrd="0" destOrd="0" presId="urn:microsoft.com/office/officeart/2005/8/layout/process4"/>
    <dgm:cxn modelId="{ADA3DADC-D904-284F-8061-2CD45BB2C210}" type="presParOf" srcId="{F4F5D0B9-02DE-2940-BDEF-8D47F2A1AA00}" destId="{9FC21B60-8C27-8349-9993-B00D64CCE48D}" srcOrd="3" destOrd="0" presId="urn:microsoft.com/office/officeart/2005/8/layout/process4"/>
    <dgm:cxn modelId="{B5AE4998-0B9E-E949-A0E4-F930F8C4F13B}" type="presParOf" srcId="{F4F5D0B9-02DE-2940-BDEF-8D47F2A1AA00}" destId="{90F50639-CE3C-2649-9B88-6C5FA159D3B1}" srcOrd="4" destOrd="0" presId="urn:microsoft.com/office/officeart/2005/8/layout/process4"/>
    <dgm:cxn modelId="{AD4DD914-E4ED-A845-A8E5-735D0D172C97}" type="presParOf" srcId="{90F50639-CE3C-2649-9B88-6C5FA159D3B1}" destId="{AC5DBBE7-33D1-304F-88EC-CFBE4E8256B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D4C50-DE23-4BDB-9BC3-5778701F7479}">
      <dsp:nvSpPr>
        <dsp:cNvPr id="0" name=""/>
        <dsp:cNvSpPr/>
      </dsp:nvSpPr>
      <dsp:spPr>
        <a:xfrm>
          <a:off x="446382" y="835717"/>
          <a:ext cx="1269562" cy="12695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C0DE8-925D-4D3B-9E36-EAB645100680}">
      <dsp:nvSpPr>
        <dsp:cNvPr id="0" name=""/>
        <dsp:cNvSpPr/>
      </dsp:nvSpPr>
      <dsp:spPr>
        <a:xfrm>
          <a:off x="716944" y="1106279"/>
          <a:ext cx="728437" cy="728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5082F-8CE1-489E-B539-5ADFDF1DBE45}">
      <dsp:nvSpPr>
        <dsp:cNvPr id="0" name=""/>
        <dsp:cNvSpPr/>
      </dsp:nvSpPr>
      <dsp:spPr>
        <a:xfrm>
          <a:off x="40538" y="2500717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- CI/CD avec GitHub Actions</a:t>
          </a:r>
          <a:endParaRPr lang="en-US" sz="1600" kern="1200"/>
        </a:p>
      </dsp:txBody>
      <dsp:txXfrm>
        <a:off x="40538" y="2500717"/>
        <a:ext cx="2081250" cy="720000"/>
      </dsp:txXfrm>
    </dsp:sp>
    <dsp:sp modelId="{81C574F3-2A3F-4357-9AAA-B1A1F274AF74}">
      <dsp:nvSpPr>
        <dsp:cNvPr id="0" name=""/>
        <dsp:cNvSpPr/>
      </dsp:nvSpPr>
      <dsp:spPr>
        <a:xfrm>
          <a:off x="2891850" y="835717"/>
          <a:ext cx="1269562" cy="12695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7F013-E110-436B-8531-D37CEDC5A82D}">
      <dsp:nvSpPr>
        <dsp:cNvPr id="0" name=""/>
        <dsp:cNvSpPr/>
      </dsp:nvSpPr>
      <dsp:spPr>
        <a:xfrm>
          <a:off x="3162413" y="1106279"/>
          <a:ext cx="728437" cy="728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56BB9-A281-4528-8704-8C72E274BC1C}">
      <dsp:nvSpPr>
        <dsp:cNvPr id="0" name=""/>
        <dsp:cNvSpPr/>
      </dsp:nvSpPr>
      <dsp:spPr>
        <a:xfrm>
          <a:off x="2486007" y="2500717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- Tests automatisés &amp; couverture</a:t>
          </a:r>
          <a:endParaRPr lang="en-US" sz="1600" kern="1200"/>
        </a:p>
      </dsp:txBody>
      <dsp:txXfrm>
        <a:off x="2486007" y="2500717"/>
        <a:ext cx="2081250" cy="720000"/>
      </dsp:txXfrm>
    </dsp:sp>
    <dsp:sp modelId="{90CD8032-EE76-4AA4-9A3E-A5462A517C4D}">
      <dsp:nvSpPr>
        <dsp:cNvPr id="0" name=""/>
        <dsp:cNvSpPr/>
      </dsp:nvSpPr>
      <dsp:spPr>
        <a:xfrm>
          <a:off x="5337319" y="835717"/>
          <a:ext cx="1269562" cy="12695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06377-929E-4D94-ADE5-E69B562908F0}">
      <dsp:nvSpPr>
        <dsp:cNvPr id="0" name=""/>
        <dsp:cNvSpPr/>
      </dsp:nvSpPr>
      <dsp:spPr>
        <a:xfrm>
          <a:off x="5607881" y="1106279"/>
          <a:ext cx="728437" cy="728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ED708-143C-4947-AC6B-EFAE3910A2FD}">
      <dsp:nvSpPr>
        <dsp:cNvPr id="0" name=""/>
        <dsp:cNvSpPr/>
      </dsp:nvSpPr>
      <dsp:spPr>
        <a:xfrm>
          <a:off x="4931475" y="2500717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- Logs et monitoring</a:t>
          </a:r>
          <a:endParaRPr lang="en-US" sz="1600" kern="1200"/>
        </a:p>
      </dsp:txBody>
      <dsp:txXfrm>
        <a:off x="4931475" y="2500717"/>
        <a:ext cx="20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7A1C9-9A5F-A848-945F-D56EABE7F734}">
      <dsp:nvSpPr>
        <dsp:cNvPr id="0" name=""/>
        <dsp:cNvSpPr/>
      </dsp:nvSpPr>
      <dsp:spPr>
        <a:xfrm>
          <a:off x="-21424" y="1293685"/>
          <a:ext cx="1983730" cy="1259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2AED5-4361-AC44-BDB5-F15CD2DC5EC7}">
      <dsp:nvSpPr>
        <dsp:cNvPr id="0" name=""/>
        <dsp:cNvSpPr/>
      </dsp:nvSpPr>
      <dsp:spPr>
        <a:xfrm>
          <a:off x="198990" y="1503079"/>
          <a:ext cx="1983730" cy="12596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- </a:t>
          </a:r>
          <a:r>
            <a:rPr lang="fr-FR" sz="1800" b="0" i="0" kern="1200"/>
            <a:t>Isolation &amp; reproductibilité</a:t>
          </a:r>
          <a:endParaRPr lang="en-US" sz="1800" kern="1200"/>
        </a:p>
      </dsp:txBody>
      <dsp:txXfrm>
        <a:off x="235884" y="1539973"/>
        <a:ext cx="1909942" cy="1185880"/>
      </dsp:txXfrm>
    </dsp:sp>
    <dsp:sp modelId="{BBD463F4-2162-8648-84CC-59E44E1F4582}">
      <dsp:nvSpPr>
        <dsp:cNvPr id="0" name=""/>
        <dsp:cNvSpPr/>
      </dsp:nvSpPr>
      <dsp:spPr>
        <a:xfrm>
          <a:off x="2424559" y="1293685"/>
          <a:ext cx="1983730" cy="1259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1110D-746C-5A43-BC73-9E348A4E15AB}">
      <dsp:nvSpPr>
        <dsp:cNvPr id="0" name=""/>
        <dsp:cNvSpPr/>
      </dsp:nvSpPr>
      <dsp:spPr>
        <a:xfrm>
          <a:off x="2644973" y="1503079"/>
          <a:ext cx="1983730" cy="12596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- </a:t>
          </a:r>
          <a:r>
            <a:rPr lang="fr-FR" sz="1800" b="0" i="0" kern="1200"/>
            <a:t>Orchestration avec Docker Compose</a:t>
          </a:r>
          <a:endParaRPr lang="en-US" sz="1800" kern="1200"/>
        </a:p>
      </dsp:txBody>
      <dsp:txXfrm>
        <a:off x="2681867" y="1539973"/>
        <a:ext cx="1909942" cy="1185880"/>
      </dsp:txXfrm>
    </dsp:sp>
    <dsp:sp modelId="{1257C6CB-0728-B446-9529-A7F4F0FC84C7}">
      <dsp:nvSpPr>
        <dsp:cNvPr id="0" name=""/>
        <dsp:cNvSpPr/>
      </dsp:nvSpPr>
      <dsp:spPr>
        <a:xfrm>
          <a:off x="4849118" y="1293685"/>
          <a:ext cx="1983730" cy="1259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0576C-CE15-574F-A6C2-93E179ABE005}">
      <dsp:nvSpPr>
        <dsp:cNvPr id="0" name=""/>
        <dsp:cNvSpPr/>
      </dsp:nvSpPr>
      <dsp:spPr>
        <a:xfrm>
          <a:off x="5069533" y="1503079"/>
          <a:ext cx="1983730" cy="12596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0" i="0" kern="1200"/>
            <a:t>- Environnements multiples</a:t>
          </a:r>
          <a:endParaRPr lang="en-US" sz="1800" kern="1200"/>
        </a:p>
      </dsp:txBody>
      <dsp:txXfrm>
        <a:off x="5106427" y="1539973"/>
        <a:ext cx="1909942" cy="1185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17129-9322-4A05-B469-EB5DB29799DC}">
      <dsp:nvSpPr>
        <dsp:cNvPr id="0" name=""/>
        <dsp:cNvSpPr/>
      </dsp:nvSpPr>
      <dsp:spPr>
        <a:xfrm>
          <a:off x="0" y="558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E816B-F270-4E4E-84F0-CBFC87B5BDD1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A38E6-B4F3-4523-B0E7-D5788E0211A5}">
      <dsp:nvSpPr>
        <dsp:cNvPr id="0" name=""/>
        <dsp:cNvSpPr/>
      </dsp:nvSpPr>
      <dsp:spPr>
        <a:xfrm>
          <a:off x="1508391" y="558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- Git flow : main / dev / feature</a:t>
          </a:r>
          <a:endParaRPr lang="en-US" sz="2300" kern="1200"/>
        </a:p>
      </dsp:txBody>
      <dsp:txXfrm>
        <a:off x="1508391" y="558"/>
        <a:ext cx="3363646" cy="1305966"/>
      </dsp:txXfrm>
    </dsp:sp>
    <dsp:sp modelId="{ED63BF65-495F-4A68-9CB5-762202C5B555}">
      <dsp:nvSpPr>
        <dsp:cNvPr id="0" name=""/>
        <dsp:cNvSpPr/>
      </dsp:nvSpPr>
      <dsp:spPr>
        <a:xfrm>
          <a:off x="0" y="1633016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2B013-7D1D-4651-B5C6-5B07EB8A788C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CBB09-7CD7-4C28-BEF7-90EA2DD183A7}">
      <dsp:nvSpPr>
        <dsp:cNvPr id="0" name=""/>
        <dsp:cNvSpPr/>
      </dsp:nvSpPr>
      <dsp:spPr>
        <a:xfrm>
          <a:off x="1508391" y="1633016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- Protection des branches</a:t>
          </a:r>
          <a:endParaRPr lang="en-US" sz="2300" kern="1200"/>
        </a:p>
      </dsp:txBody>
      <dsp:txXfrm>
        <a:off x="1508391" y="1633016"/>
        <a:ext cx="3363646" cy="1305966"/>
      </dsp:txXfrm>
    </dsp:sp>
    <dsp:sp modelId="{90935DE3-AB90-4BA0-8999-1997213B07E2}">
      <dsp:nvSpPr>
        <dsp:cNvPr id="0" name=""/>
        <dsp:cNvSpPr/>
      </dsp:nvSpPr>
      <dsp:spPr>
        <a:xfrm>
          <a:off x="0" y="3265475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B3E4C1-7D18-43EB-A870-74BCE728FF61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5A1F9-1817-43F0-8900-81F6081CCAE2}">
      <dsp:nvSpPr>
        <dsp:cNvPr id="0" name=""/>
        <dsp:cNvSpPr/>
      </dsp:nvSpPr>
      <dsp:spPr>
        <a:xfrm>
          <a:off x="1508391" y="3265475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0" i="0" kern="1200"/>
            <a:t>-</a:t>
          </a:r>
          <a:r>
            <a:rPr lang="en-US" sz="2300" b="0" i="0" kern="1200"/>
            <a:t> Normes de commits &amp; Merge Requests</a:t>
          </a:r>
          <a:endParaRPr lang="en-US" sz="2300" kern="1200"/>
        </a:p>
      </dsp:txBody>
      <dsp:txXfrm>
        <a:off x="1508391" y="3265475"/>
        <a:ext cx="3363646" cy="13059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95155-9E9F-7A4F-A9D2-6AEFFA6DC16D}">
      <dsp:nvSpPr>
        <dsp:cNvPr id="0" name=""/>
        <dsp:cNvSpPr/>
      </dsp:nvSpPr>
      <dsp:spPr>
        <a:xfrm>
          <a:off x="0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DBD96-DAA6-4545-8542-F56670300CC9}">
      <dsp:nvSpPr>
        <dsp:cNvPr id="0" name=""/>
        <dsp:cNvSpPr/>
      </dsp:nvSpPr>
      <dsp:spPr>
        <a:xfrm>
          <a:off x="255360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- Tests unitaires (Jest, Mocha, Pytest...)</a:t>
          </a:r>
          <a:endParaRPr lang="en-US" sz="2100" kern="1200"/>
        </a:p>
      </dsp:txBody>
      <dsp:txXfrm>
        <a:off x="298104" y="1136486"/>
        <a:ext cx="2212754" cy="1373895"/>
      </dsp:txXfrm>
    </dsp:sp>
    <dsp:sp modelId="{4C30B500-D02C-5C49-BEDD-C82F7EED1946}">
      <dsp:nvSpPr>
        <dsp:cNvPr id="0" name=""/>
        <dsp:cNvSpPr/>
      </dsp:nvSpPr>
      <dsp:spPr>
        <a:xfrm>
          <a:off x="2808962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95433C-1780-724C-B512-AFB499DF8ED4}">
      <dsp:nvSpPr>
        <dsp:cNvPr id="0" name=""/>
        <dsp:cNvSpPr/>
      </dsp:nvSpPr>
      <dsp:spPr>
        <a:xfrm>
          <a:off x="3064323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i="0" kern="1200"/>
            <a:t>- Tests d’intégration (API endpoints)</a:t>
          </a:r>
          <a:endParaRPr lang="en-US" sz="2100" kern="1200"/>
        </a:p>
      </dsp:txBody>
      <dsp:txXfrm>
        <a:off x="3107067" y="1136486"/>
        <a:ext cx="2212754" cy="1373895"/>
      </dsp:txXfrm>
    </dsp:sp>
    <dsp:sp modelId="{FFE77FF8-A46C-A243-9ECD-3029874C75A0}">
      <dsp:nvSpPr>
        <dsp:cNvPr id="0" name=""/>
        <dsp:cNvSpPr/>
      </dsp:nvSpPr>
      <dsp:spPr>
        <a:xfrm>
          <a:off x="5617925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20426-BFD6-8F41-8ACA-D5A5E3CE4539}">
      <dsp:nvSpPr>
        <dsp:cNvPr id="0" name=""/>
        <dsp:cNvSpPr/>
      </dsp:nvSpPr>
      <dsp:spPr>
        <a:xfrm>
          <a:off x="5873285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- Justifier les routes non testées</a:t>
          </a:r>
          <a:endParaRPr lang="en-US" sz="2100" kern="1200"/>
        </a:p>
      </dsp:txBody>
      <dsp:txXfrm>
        <a:off x="5916029" y="1136486"/>
        <a:ext cx="2212754" cy="13738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19CF8-DBF5-C349-BECD-3A6AFF62883F}">
      <dsp:nvSpPr>
        <dsp:cNvPr id="0" name=""/>
        <dsp:cNvSpPr/>
      </dsp:nvSpPr>
      <dsp:spPr>
        <a:xfrm>
          <a:off x="0" y="0"/>
          <a:ext cx="6945798" cy="102128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- Lancement des tests</a:t>
          </a:r>
          <a:endParaRPr lang="en-US" sz="3200" kern="1200"/>
        </a:p>
      </dsp:txBody>
      <dsp:txXfrm>
        <a:off x="29912" y="29912"/>
        <a:ext cx="5843755" cy="961459"/>
      </dsp:txXfrm>
    </dsp:sp>
    <dsp:sp modelId="{3078A05A-314F-0147-AF1A-FB36E06B48D2}">
      <dsp:nvSpPr>
        <dsp:cNvPr id="0" name=""/>
        <dsp:cNvSpPr/>
      </dsp:nvSpPr>
      <dsp:spPr>
        <a:xfrm>
          <a:off x="612864" y="1191496"/>
          <a:ext cx="6945798" cy="10212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0" i="0" kern="1200"/>
            <a:t>- Génération du coverage</a:t>
          </a:r>
          <a:endParaRPr lang="en-US" sz="3200" kern="1200"/>
        </a:p>
      </dsp:txBody>
      <dsp:txXfrm>
        <a:off x="642776" y="1221408"/>
        <a:ext cx="5609276" cy="961459"/>
      </dsp:txXfrm>
    </dsp:sp>
    <dsp:sp modelId="{87E7C743-16DB-CF44-A08C-76957BF1CA4F}">
      <dsp:nvSpPr>
        <dsp:cNvPr id="0" name=""/>
        <dsp:cNvSpPr/>
      </dsp:nvSpPr>
      <dsp:spPr>
        <a:xfrm>
          <a:off x="1225729" y="2382993"/>
          <a:ext cx="6945798" cy="10212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- Déploiement potentiel</a:t>
          </a:r>
          <a:endParaRPr lang="en-US" sz="3200" kern="1200"/>
        </a:p>
      </dsp:txBody>
      <dsp:txXfrm>
        <a:off x="1255641" y="2412905"/>
        <a:ext cx="5609276" cy="961459"/>
      </dsp:txXfrm>
    </dsp:sp>
    <dsp:sp modelId="{FFFEC8CB-4405-0E43-8623-BEE4D6010B00}">
      <dsp:nvSpPr>
        <dsp:cNvPr id="0" name=""/>
        <dsp:cNvSpPr/>
      </dsp:nvSpPr>
      <dsp:spPr>
        <a:xfrm>
          <a:off x="6281964" y="774473"/>
          <a:ext cx="663834" cy="66383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431327" y="774473"/>
        <a:ext cx="365108" cy="499535"/>
      </dsp:txXfrm>
    </dsp:sp>
    <dsp:sp modelId="{831AEECB-23B8-1842-9845-8B6431900209}">
      <dsp:nvSpPr>
        <dsp:cNvPr id="0" name=""/>
        <dsp:cNvSpPr/>
      </dsp:nvSpPr>
      <dsp:spPr>
        <a:xfrm>
          <a:off x="6894829" y="1959161"/>
          <a:ext cx="663834" cy="66383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044192" y="1959161"/>
        <a:ext cx="365108" cy="4995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156B3-AB17-8E48-B0D1-1BA6D30CFB28}">
      <dsp:nvSpPr>
        <dsp:cNvPr id="0" name=""/>
        <dsp:cNvSpPr/>
      </dsp:nvSpPr>
      <dsp:spPr>
        <a:xfrm>
          <a:off x="0" y="24201"/>
          <a:ext cx="4872038" cy="10725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- Gère la logique métier</a:t>
          </a:r>
          <a:endParaRPr lang="en-US" sz="2700" kern="1200"/>
        </a:p>
      </dsp:txBody>
      <dsp:txXfrm>
        <a:off x="52359" y="76560"/>
        <a:ext cx="4767320" cy="967861"/>
      </dsp:txXfrm>
    </dsp:sp>
    <dsp:sp modelId="{B3AD0206-532C-6D4F-8E3C-487FAA75287D}">
      <dsp:nvSpPr>
        <dsp:cNvPr id="0" name=""/>
        <dsp:cNvSpPr/>
      </dsp:nvSpPr>
      <dsp:spPr>
        <a:xfrm>
          <a:off x="0" y="1174540"/>
          <a:ext cx="4872038" cy="1072579"/>
        </a:xfrm>
        <a:prstGeom prst="roundRect">
          <a:avLst/>
        </a:prstGeom>
        <a:gradFill rotWithShape="0">
          <a:gsLst>
            <a:gs pos="0">
              <a:schemeClr val="accent2">
                <a:hueOff val="-279374"/>
                <a:satOff val="-3219"/>
                <a:lumOff val="720"/>
                <a:alphaOff val="0"/>
                <a:tint val="98000"/>
                <a:lumMod val="114000"/>
              </a:schemeClr>
            </a:gs>
            <a:gs pos="100000">
              <a:schemeClr val="accent2">
                <a:hueOff val="-279374"/>
                <a:satOff val="-3219"/>
                <a:lumOff val="72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- Expose une API</a:t>
          </a:r>
          <a:endParaRPr lang="en-US" sz="2700" kern="1200"/>
        </a:p>
      </dsp:txBody>
      <dsp:txXfrm>
        <a:off x="52359" y="1226899"/>
        <a:ext cx="4767320" cy="967861"/>
      </dsp:txXfrm>
    </dsp:sp>
    <dsp:sp modelId="{2CC249D8-FB8E-B645-8065-901C10612F72}">
      <dsp:nvSpPr>
        <dsp:cNvPr id="0" name=""/>
        <dsp:cNvSpPr/>
      </dsp:nvSpPr>
      <dsp:spPr>
        <a:xfrm>
          <a:off x="0" y="2324880"/>
          <a:ext cx="4872038" cy="1072579"/>
        </a:xfrm>
        <a:prstGeom prst="roundRect">
          <a:avLst/>
        </a:prstGeom>
        <a:gradFill rotWithShape="0">
          <a:gsLst>
            <a:gs pos="0">
              <a:schemeClr val="accent2">
                <a:hueOff val="-558749"/>
                <a:satOff val="-6439"/>
                <a:lumOff val="1439"/>
                <a:alphaOff val="0"/>
                <a:tint val="98000"/>
                <a:lumMod val="114000"/>
              </a:schemeClr>
            </a:gs>
            <a:gs pos="100000">
              <a:schemeClr val="accent2">
                <a:hueOff val="-558749"/>
                <a:satOff val="-6439"/>
                <a:lumOff val="1439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- Connecte la base de données</a:t>
          </a:r>
          <a:endParaRPr lang="en-US" sz="2700" kern="1200"/>
        </a:p>
      </dsp:txBody>
      <dsp:txXfrm>
        <a:off x="52359" y="2377239"/>
        <a:ext cx="4767320" cy="967861"/>
      </dsp:txXfrm>
    </dsp:sp>
    <dsp:sp modelId="{16259EB1-AE4E-A049-A987-DCA77DFA1859}">
      <dsp:nvSpPr>
        <dsp:cNvPr id="0" name=""/>
        <dsp:cNvSpPr/>
      </dsp:nvSpPr>
      <dsp:spPr>
        <a:xfrm>
          <a:off x="0" y="3475219"/>
          <a:ext cx="4872038" cy="1072579"/>
        </a:xfrm>
        <a:prstGeom prst="roundRect">
          <a:avLst/>
        </a:prstGeom>
        <a:gradFill rotWithShape="0">
          <a:gsLst>
            <a:gs pos="0">
              <a:schemeClr val="accent2">
                <a:hueOff val="-838123"/>
                <a:satOff val="-9658"/>
                <a:lumOff val="2159"/>
                <a:alphaOff val="0"/>
                <a:tint val="98000"/>
                <a:lumMod val="114000"/>
              </a:schemeClr>
            </a:gs>
            <a:gs pos="100000">
              <a:schemeClr val="accent2">
                <a:hueOff val="-838123"/>
                <a:satOff val="-9658"/>
                <a:lumOff val="2159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- Pilote les rôles et droits</a:t>
          </a:r>
          <a:endParaRPr lang="en-US" sz="2700" kern="1200"/>
        </a:p>
      </dsp:txBody>
      <dsp:txXfrm>
        <a:off x="52359" y="3527578"/>
        <a:ext cx="4767320" cy="9678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27E5B-C9D9-442A-A647-CBD4CD982DCF}">
      <dsp:nvSpPr>
        <dsp:cNvPr id="0" name=""/>
        <dsp:cNvSpPr/>
      </dsp:nvSpPr>
      <dsp:spPr>
        <a:xfrm>
          <a:off x="506014" y="374638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9A0EC0-F649-4341-8F67-3E265743CEF1}">
      <dsp:nvSpPr>
        <dsp:cNvPr id="0" name=""/>
        <dsp:cNvSpPr/>
      </dsp:nvSpPr>
      <dsp:spPr>
        <a:xfrm>
          <a:off x="820451" y="689075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05651-E225-44D6-9EC1-1410B97DAE16}">
      <dsp:nvSpPr>
        <dsp:cNvPr id="0" name=""/>
        <dsp:cNvSpPr/>
      </dsp:nvSpPr>
      <dsp:spPr>
        <a:xfrm>
          <a:off x="34357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Employés : déclarer leurs horaires, consulter leur dashboard</a:t>
          </a:r>
        </a:p>
      </dsp:txBody>
      <dsp:txXfrm>
        <a:off x="34357" y="2309638"/>
        <a:ext cx="2418750" cy="720000"/>
      </dsp:txXfrm>
    </dsp:sp>
    <dsp:sp modelId="{7858A175-B3EF-4FDF-9577-8D33EBD4D2E7}">
      <dsp:nvSpPr>
        <dsp:cNvPr id="0" name=""/>
        <dsp:cNvSpPr/>
      </dsp:nvSpPr>
      <dsp:spPr>
        <a:xfrm>
          <a:off x="3348045" y="374638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F2F20-E965-4A9F-A52A-358360900171}">
      <dsp:nvSpPr>
        <dsp:cNvPr id="0" name=""/>
        <dsp:cNvSpPr/>
      </dsp:nvSpPr>
      <dsp:spPr>
        <a:xfrm>
          <a:off x="3662482" y="689075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CCADC-DE63-4BC2-845E-7596D68D9619}">
      <dsp:nvSpPr>
        <dsp:cNvPr id="0" name=""/>
        <dsp:cNvSpPr/>
      </dsp:nvSpPr>
      <dsp:spPr>
        <a:xfrm>
          <a:off x="2876389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/>
            <a:t>-</a:t>
          </a:r>
          <a:r>
            <a:rPr lang="en-US" sz="1300" kern="1200"/>
            <a:t> Managers : gérer les équipes, analyser les KPIs, suivre les horaires</a:t>
          </a:r>
        </a:p>
      </dsp:txBody>
      <dsp:txXfrm>
        <a:off x="2876389" y="2309638"/>
        <a:ext cx="2418750" cy="720000"/>
      </dsp:txXfrm>
    </dsp:sp>
    <dsp:sp modelId="{6756C10B-E450-447F-93F1-07547BEE890D}">
      <dsp:nvSpPr>
        <dsp:cNvPr id="0" name=""/>
        <dsp:cNvSpPr/>
      </dsp:nvSpPr>
      <dsp:spPr>
        <a:xfrm>
          <a:off x="6190076" y="374638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11D4C-2342-4E8C-BF86-DF303B1EE0CC}">
      <dsp:nvSpPr>
        <dsp:cNvPr id="0" name=""/>
        <dsp:cNvSpPr/>
      </dsp:nvSpPr>
      <dsp:spPr>
        <a:xfrm>
          <a:off x="6504514" y="689075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5B431-33DE-4DEC-A875-263C082A034E}">
      <dsp:nvSpPr>
        <dsp:cNvPr id="0" name=""/>
        <dsp:cNvSpPr/>
      </dsp:nvSpPr>
      <dsp:spPr>
        <a:xfrm>
          <a:off x="5718420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300" kern="1200"/>
            <a:t>- </a:t>
          </a:r>
          <a:r>
            <a:rPr lang="en-US" sz="1300" kern="1200"/>
            <a:t>Objectif : limiter l’accès aux bonnes fonctionnalités</a:t>
          </a:r>
        </a:p>
      </dsp:txBody>
      <dsp:txXfrm>
        <a:off x="5718420" y="2309638"/>
        <a:ext cx="2418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57285-19EE-234B-B029-B84D12AEB32C}">
      <dsp:nvSpPr>
        <dsp:cNvPr id="0" name=""/>
        <dsp:cNvSpPr/>
      </dsp:nvSpPr>
      <dsp:spPr>
        <a:xfrm>
          <a:off x="2614888" y="1703"/>
          <a:ext cx="2941750" cy="8194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Lateness rate (taux de retard)</a:t>
          </a:r>
        </a:p>
      </dsp:txBody>
      <dsp:txXfrm>
        <a:off x="2654892" y="41707"/>
        <a:ext cx="2861742" cy="739478"/>
      </dsp:txXfrm>
    </dsp:sp>
    <dsp:sp modelId="{D90F3D12-BCE5-F946-BCAD-89860F989C4E}">
      <dsp:nvSpPr>
        <dsp:cNvPr id="0" name=""/>
        <dsp:cNvSpPr/>
      </dsp:nvSpPr>
      <dsp:spPr>
        <a:xfrm>
          <a:off x="2614888" y="862164"/>
          <a:ext cx="2941750" cy="8194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Temps de travail moyen par période</a:t>
          </a:r>
        </a:p>
      </dsp:txBody>
      <dsp:txXfrm>
        <a:off x="2654892" y="902168"/>
        <a:ext cx="2861742" cy="739478"/>
      </dsp:txXfrm>
    </dsp:sp>
    <dsp:sp modelId="{E109C8D8-10FD-E049-83F0-5C12BB499719}">
      <dsp:nvSpPr>
        <dsp:cNvPr id="0" name=""/>
        <dsp:cNvSpPr/>
      </dsp:nvSpPr>
      <dsp:spPr>
        <a:xfrm>
          <a:off x="2614888" y="1722625"/>
          <a:ext cx="2941750" cy="81948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Assiduité / Présence</a:t>
          </a:r>
        </a:p>
      </dsp:txBody>
      <dsp:txXfrm>
        <a:off x="2654892" y="1762629"/>
        <a:ext cx="2861742" cy="739478"/>
      </dsp:txXfrm>
    </dsp:sp>
    <dsp:sp modelId="{EA44A8B6-4D9D-8B4E-A994-332673409AC8}">
      <dsp:nvSpPr>
        <dsp:cNvPr id="0" name=""/>
        <dsp:cNvSpPr/>
      </dsp:nvSpPr>
      <dsp:spPr>
        <a:xfrm>
          <a:off x="2614888" y="2583086"/>
          <a:ext cx="2941750" cy="8194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</a:t>
          </a:r>
          <a:r>
            <a:rPr lang="en-US" sz="1900" kern="1200"/>
            <a:t>⚠️ Choisir selon besoins de l’entreprise</a:t>
          </a:r>
        </a:p>
      </dsp:txBody>
      <dsp:txXfrm>
        <a:off x="2654892" y="2623090"/>
        <a:ext cx="2861742" cy="7394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B3EEA-B50E-45E9-B3A7-9C25818D0356}">
      <dsp:nvSpPr>
        <dsp:cNvPr id="0" name=""/>
        <dsp:cNvSpPr/>
      </dsp:nvSpPr>
      <dsp:spPr>
        <a:xfrm>
          <a:off x="364264" y="622138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AA2D9-1D57-4404-96F1-21B6BB95B0EB}">
      <dsp:nvSpPr>
        <dsp:cNvPr id="0" name=""/>
        <dsp:cNvSpPr/>
      </dsp:nvSpPr>
      <dsp:spPr>
        <a:xfrm>
          <a:off x="59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978D08-A907-4E6C-85CE-06CEF3BA0B3E}">
      <dsp:nvSpPr>
        <dsp:cNvPr id="0" name=""/>
        <dsp:cNvSpPr/>
      </dsp:nvSpPr>
      <dsp:spPr>
        <a:xfrm>
          <a:off x="1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/>
            <a:t>- Identifier et protéger l’accès</a:t>
          </a:r>
          <a:endParaRPr lang="en-US" sz="1500" kern="1200"/>
        </a:p>
      </dsp:txBody>
      <dsp:txXfrm>
        <a:off x="13264" y="2062138"/>
        <a:ext cx="1800000" cy="720000"/>
      </dsp:txXfrm>
    </dsp:sp>
    <dsp:sp modelId="{AE2F5CEC-4595-4DE5-BED9-393BBE00768C}">
      <dsp:nvSpPr>
        <dsp:cNvPr id="0" name=""/>
        <dsp:cNvSpPr/>
      </dsp:nvSpPr>
      <dsp:spPr>
        <a:xfrm>
          <a:off x="2479264" y="622138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DE3AC-84C8-454B-8FA4-A03C26734362}">
      <dsp:nvSpPr>
        <dsp:cNvPr id="0" name=""/>
        <dsp:cNvSpPr/>
      </dsp:nvSpPr>
      <dsp:spPr>
        <a:xfrm>
          <a:off x="271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D5B8B-2941-4825-A001-2CC777A39EB2}">
      <dsp:nvSpPr>
        <dsp:cNvPr id="0" name=""/>
        <dsp:cNvSpPr/>
      </dsp:nvSpPr>
      <dsp:spPr>
        <a:xfrm>
          <a:off x="212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500" b="0" i="0" kern="1200"/>
            <a:t>-</a:t>
          </a:r>
          <a:r>
            <a:rPr lang="en-US" sz="1500" b="0" i="0" kern="1200"/>
            <a:t> Login = username + password</a:t>
          </a:r>
          <a:endParaRPr lang="en-US" sz="1500" kern="1200"/>
        </a:p>
      </dsp:txBody>
      <dsp:txXfrm>
        <a:off x="2128264" y="2062138"/>
        <a:ext cx="1800000" cy="720000"/>
      </dsp:txXfrm>
    </dsp:sp>
    <dsp:sp modelId="{90ADA4C3-7F00-4FF9-9451-932D978FFED0}">
      <dsp:nvSpPr>
        <dsp:cNvPr id="0" name=""/>
        <dsp:cNvSpPr/>
      </dsp:nvSpPr>
      <dsp:spPr>
        <a:xfrm>
          <a:off x="4594264" y="622138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3379F-71B1-40BC-B4BD-E607ED174671}">
      <dsp:nvSpPr>
        <dsp:cNvPr id="0" name=""/>
        <dsp:cNvSpPr/>
      </dsp:nvSpPr>
      <dsp:spPr>
        <a:xfrm>
          <a:off x="482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7AD4C-3297-4E70-8121-9335B7303582}">
      <dsp:nvSpPr>
        <dsp:cNvPr id="0" name=""/>
        <dsp:cNvSpPr/>
      </dsp:nvSpPr>
      <dsp:spPr>
        <a:xfrm>
          <a:off x="424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500" b="0" i="0" kern="1200"/>
            <a:t>-</a:t>
          </a:r>
          <a:r>
            <a:rPr lang="en-US" sz="1500" b="0" i="0" kern="1200"/>
            <a:t> Bonne pratique : hashage des mots de passe</a:t>
          </a:r>
          <a:endParaRPr lang="en-US" sz="1500" kern="1200"/>
        </a:p>
      </dsp:txBody>
      <dsp:txXfrm>
        <a:off x="4243264" y="2062138"/>
        <a:ext cx="1800000" cy="720000"/>
      </dsp:txXfrm>
    </dsp:sp>
    <dsp:sp modelId="{869FEE68-6B2E-40AA-AE44-61F46A348C6B}">
      <dsp:nvSpPr>
        <dsp:cNvPr id="0" name=""/>
        <dsp:cNvSpPr/>
      </dsp:nvSpPr>
      <dsp:spPr>
        <a:xfrm>
          <a:off x="6709264" y="622138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FE9BF2-CF49-484C-846F-5B913ADCB072}">
      <dsp:nvSpPr>
        <dsp:cNvPr id="0" name=""/>
        <dsp:cNvSpPr/>
      </dsp:nvSpPr>
      <dsp:spPr>
        <a:xfrm>
          <a:off x="694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C6E2A-D9EE-4D5E-96D3-C9D7C2F87A52}">
      <dsp:nvSpPr>
        <dsp:cNvPr id="0" name=""/>
        <dsp:cNvSpPr/>
      </dsp:nvSpPr>
      <dsp:spPr>
        <a:xfrm>
          <a:off x="635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500" b="0" i="0" kern="1200"/>
            <a:t>-</a:t>
          </a:r>
          <a:r>
            <a:rPr lang="en-US" sz="1500" b="0" i="0" kern="1200"/>
            <a:t> Gestion des utilisateurs par les managers</a:t>
          </a:r>
          <a:endParaRPr lang="en-US" sz="1500" kern="1200"/>
        </a:p>
      </dsp:txBody>
      <dsp:txXfrm>
        <a:off x="6358264" y="2062138"/>
        <a:ext cx="18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A2CBC-D463-6245-9BE1-7E3FCC7A6F36}">
      <dsp:nvSpPr>
        <dsp:cNvPr id="0" name=""/>
        <dsp:cNvSpPr/>
      </dsp:nvSpPr>
      <dsp:spPr>
        <a:xfrm>
          <a:off x="0" y="2232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2428B1-0037-6544-ACA2-7E81A1BCA0F4}">
      <dsp:nvSpPr>
        <dsp:cNvPr id="0" name=""/>
        <dsp:cNvSpPr/>
      </dsp:nvSpPr>
      <dsp:spPr>
        <a:xfrm>
          <a:off x="0" y="2232"/>
          <a:ext cx="4872038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- Jeton signé envoyé après authentification</a:t>
          </a:r>
          <a:endParaRPr lang="en-US" sz="3000" kern="1200"/>
        </a:p>
      </dsp:txBody>
      <dsp:txXfrm>
        <a:off x="0" y="2232"/>
        <a:ext cx="4872038" cy="1522511"/>
      </dsp:txXfrm>
    </dsp:sp>
    <dsp:sp modelId="{EB2B1BBD-EF99-DA44-8291-B15508DB4058}">
      <dsp:nvSpPr>
        <dsp:cNvPr id="0" name=""/>
        <dsp:cNvSpPr/>
      </dsp:nvSpPr>
      <dsp:spPr>
        <a:xfrm>
          <a:off x="0" y="1524744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-419062"/>
                <a:satOff val="-4829"/>
                <a:lumOff val="1079"/>
                <a:alphaOff val="0"/>
                <a:tint val="98000"/>
                <a:lumMod val="114000"/>
              </a:schemeClr>
            </a:gs>
            <a:gs pos="100000">
              <a:schemeClr val="accent2">
                <a:hueOff val="-419062"/>
                <a:satOff val="-4829"/>
                <a:lumOff val="1079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19062"/>
              <a:satOff val="-4829"/>
              <a:lumOff val="107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1099D1-BE1D-B949-9FBE-3C67A01677FD}">
      <dsp:nvSpPr>
        <dsp:cNvPr id="0" name=""/>
        <dsp:cNvSpPr/>
      </dsp:nvSpPr>
      <dsp:spPr>
        <a:xfrm>
          <a:off x="0" y="1524744"/>
          <a:ext cx="4872038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/>
            <a:t>- Inclus dans chaque requête protégée (Authorization header)</a:t>
          </a:r>
          <a:endParaRPr lang="en-US" sz="3000" kern="1200"/>
        </a:p>
      </dsp:txBody>
      <dsp:txXfrm>
        <a:off x="0" y="1524744"/>
        <a:ext cx="4872038" cy="1522511"/>
      </dsp:txXfrm>
    </dsp:sp>
    <dsp:sp modelId="{5B27FB45-C8AD-AF4A-BD11-9815D0D174BF}">
      <dsp:nvSpPr>
        <dsp:cNvPr id="0" name=""/>
        <dsp:cNvSpPr/>
      </dsp:nvSpPr>
      <dsp:spPr>
        <a:xfrm>
          <a:off x="0" y="3047255"/>
          <a:ext cx="4872038" cy="0"/>
        </a:xfrm>
        <a:prstGeom prst="line">
          <a:avLst/>
        </a:prstGeom>
        <a:gradFill rotWithShape="0">
          <a:gsLst>
            <a:gs pos="0">
              <a:schemeClr val="accent2">
                <a:hueOff val="-838123"/>
                <a:satOff val="-9658"/>
                <a:lumOff val="2159"/>
                <a:alphaOff val="0"/>
                <a:tint val="98000"/>
                <a:lumMod val="114000"/>
              </a:schemeClr>
            </a:gs>
            <a:gs pos="100000">
              <a:schemeClr val="accent2">
                <a:hueOff val="-838123"/>
                <a:satOff val="-9658"/>
                <a:lumOff val="2159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5C7DF5-7F9A-1B42-833F-54F116865432}">
      <dsp:nvSpPr>
        <dsp:cNvPr id="0" name=""/>
        <dsp:cNvSpPr/>
      </dsp:nvSpPr>
      <dsp:spPr>
        <a:xfrm>
          <a:off x="0" y="3047255"/>
          <a:ext cx="4872038" cy="1522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b="0" i="0" kern="1200"/>
            <a:t>- </a:t>
          </a:r>
          <a:r>
            <a:rPr lang="en-US" sz="3000" b="0" i="0" kern="1200"/>
            <a:t>Vérifie l’identité de l’utilisateur sans relogin</a:t>
          </a:r>
          <a:endParaRPr lang="en-US" sz="3000" kern="1200"/>
        </a:p>
      </dsp:txBody>
      <dsp:txXfrm>
        <a:off x="0" y="3047255"/>
        <a:ext cx="4872038" cy="152251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D248BD-3A22-8140-A0D9-157E5C6C3C4F}">
      <dsp:nvSpPr>
        <dsp:cNvPr id="0" name=""/>
        <dsp:cNvSpPr/>
      </dsp:nvSpPr>
      <dsp:spPr>
        <a:xfrm>
          <a:off x="0" y="0"/>
          <a:ext cx="6292076" cy="6127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- API REST &amp; CRUD</a:t>
          </a:r>
          <a:endParaRPr lang="en-US" sz="2100" kern="1200"/>
        </a:p>
      </dsp:txBody>
      <dsp:txXfrm>
        <a:off x="17947" y="17947"/>
        <a:ext cx="5559156" cy="576875"/>
      </dsp:txXfrm>
    </dsp:sp>
    <dsp:sp modelId="{3D5140A2-0E3B-7E4E-8C14-9F0EEDBFC8BC}">
      <dsp:nvSpPr>
        <dsp:cNvPr id="0" name=""/>
        <dsp:cNvSpPr/>
      </dsp:nvSpPr>
      <dsp:spPr>
        <a:xfrm>
          <a:off x="469862" y="697876"/>
          <a:ext cx="6292076" cy="612769"/>
        </a:xfrm>
        <a:prstGeom prst="roundRect">
          <a:avLst>
            <a:gd name="adj" fmla="val 10000"/>
          </a:avLst>
        </a:prstGeom>
        <a:solidFill>
          <a:schemeClr val="accent2">
            <a:hueOff val="-209531"/>
            <a:satOff val="-2415"/>
            <a:lumOff val="54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i="0" kern="1200"/>
            <a:t>-</a:t>
          </a:r>
          <a:r>
            <a:rPr lang="en-US" sz="2100" b="0" i="0" kern="1200"/>
            <a:t> Gestion des rôles et droits</a:t>
          </a:r>
          <a:endParaRPr lang="en-US" sz="2100" kern="1200"/>
        </a:p>
      </dsp:txBody>
      <dsp:txXfrm>
        <a:off x="487809" y="715823"/>
        <a:ext cx="5388019" cy="576875"/>
      </dsp:txXfrm>
    </dsp:sp>
    <dsp:sp modelId="{57AFD5C9-8A49-554E-BCC2-61A300EB96F8}">
      <dsp:nvSpPr>
        <dsp:cNvPr id="0" name=""/>
        <dsp:cNvSpPr/>
      </dsp:nvSpPr>
      <dsp:spPr>
        <a:xfrm>
          <a:off x="939725" y="1395753"/>
          <a:ext cx="6292076" cy="612769"/>
        </a:xfrm>
        <a:prstGeom prst="roundRect">
          <a:avLst>
            <a:gd name="adj" fmla="val 10000"/>
          </a:avLst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i="0" kern="1200"/>
            <a:t>-</a:t>
          </a:r>
          <a:r>
            <a:rPr lang="en-US" sz="2100" b="0" i="0" kern="1200"/>
            <a:t> JWT &amp; sécurisation des endpoints</a:t>
          </a:r>
          <a:endParaRPr lang="en-US" sz="2100" kern="1200"/>
        </a:p>
      </dsp:txBody>
      <dsp:txXfrm>
        <a:off x="957672" y="1413700"/>
        <a:ext cx="5388019" cy="576875"/>
      </dsp:txXfrm>
    </dsp:sp>
    <dsp:sp modelId="{7D21BE1C-F758-0F4E-AECF-745564A583DD}">
      <dsp:nvSpPr>
        <dsp:cNvPr id="0" name=""/>
        <dsp:cNvSpPr/>
      </dsp:nvSpPr>
      <dsp:spPr>
        <a:xfrm>
          <a:off x="1409588" y="2093630"/>
          <a:ext cx="6292076" cy="612769"/>
        </a:xfrm>
        <a:prstGeom prst="roundRect">
          <a:avLst>
            <a:gd name="adj" fmla="val 10000"/>
          </a:avLst>
        </a:prstGeom>
        <a:solidFill>
          <a:schemeClr val="accent2">
            <a:hueOff val="-628592"/>
            <a:satOff val="-7244"/>
            <a:lumOff val="161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i="0" kern="1200"/>
            <a:t>-</a:t>
          </a:r>
          <a:r>
            <a:rPr lang="en-US" sz="2100" b="0" i="0" kern="1200"/>
            <a:t> Choix et usage de la base de données</a:t>
          </a:r>
          <a:endParaRPr lang="en-US" sz="2100" kern="1200"/>
        </a:p>
      </dsp:txBody>
      <dsp:txXfrm>
        <a:off x="1427535" y="2111577"/>
        <a:ext cx="5388019" cy="576875"/>
      </dsp:txXfrm>
    </dsp:sp>
    <dsp:sp modelId="{A6530EF0-2AF7-8A4F-8E3B-3110F6D319C8}">
      <dsp:nvSpPr>
        <dsp:cNvPr id="0" name=""/>
        <dsp:cNvSpPr/>
      </dsp:nvSpPr>
      <dsp:spPr>
        <a:xfrm>
          <a:off x="1879451" y="2791507"/>
          <a:ext cx="6292076" cy="612769"/>
        </a:xfrm>
        <a:prstGeom prst="roundRect">
          <a:avLst>
            <a:gd name="adj" fmla="val 10000"/>
          </a:avLst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i="0" kern="1200"/>
            <a:t>-</a:t>
          </a:r>
          <a:r>
            <a:rPr lang="en-US" sz="2100" b="0" i="0" kern="1200"/>
            <a:t> KPIs adaptés au métier</a:t>
          </a:r>
          <a:endParaRPr lang="en-US" sz="2100" kern="1200"/>
        </a:p>
      </dsp:txBody>
      <dsp:txXfrm>
        <a:off x="1897398" y="2809454"/>
        <a:ext cx="5388019" cy="576875"/>
      </dsp:txXfrm>
    </dsp:sp>
    <dsp:sp modelId="{D257EDFE-03C5-DC49-B289-0183F0574AFD}">
      <dsp:nvSpPr>
        <dsp:cNvPr id="0" name=""/>
        <dsp:cNvSpPr/>
      </dsp:nvSpPr>
      <dsp:spPr>
        <a:xfrm>
          <a:off x="5893776" y="447662"/>
          <a:ext cx="398300" cy="398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983393" y="447662"/>
        <a:ext cx="219066" cy="299721"/>
      </dsp:txXfrm>
    </dsp:sp>
    <dsp:sp modelId="{B3AA6B50-CAAF-8048-B4A0-4ADC1E00B918}">
      <dsp:nvSpPr>
        <dsp:cNvPr id="0" name=""/>
        <dsp:cNvSpPr/>
      </dsp:nvSpPr>
      <dsp:spPr>
        <a:xfrm>
          <a:off x="6363639" y="1145539"/>
          <a:ext cx="398300" cy="398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84193"/>
            <a:satOff val="-44"/>
            <a:lumOff val="1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84193"/>
              <a:satOff val="-44"/>
              <a:lumOff val="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453256" y="1145539"/>
        <a:ext cx="219066" cy="299721"/>
      </dsp:txXfrm>
    </dsp:sp>
    <dsp:sp modelId="{852B1373-4782-6245-9661-9A53A7B771E9}">
      <dsp:nvSpPr>
        <dsp:cNvPr id="0" name=""/>
        <dsp:cNvSpPr/>
      </dsp:nvSpPr>
      <dsp:spPr>
        <a:xfrm>
          <a:off x="6833501" y="1833203"/>
          <a:ext cx="398300" cy="398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68386"/>
            <a:satOff val="-89"/>
            <a:lumOff val="2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968386"/>
              <a:satOff val="-89"/>
              <a:lumOff val="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923118" y="1833203"/>
        <a:ext cx="219066" cy="299721"/>
      </dsp:txXfrm>
    </dsp:sp>
    <dsp:sp modelId="{C0CE76EC-CDE6-7247-90B0-CC6F2E53A757}">
      <dsp:nvSpPr>
        <dsp:cNvPr id="0" name=""/>
        <dsp:cNvSpPr/>
      </dsp:nvSpPr>
      <dsp:spPr>
        <a:xfrm>
          <a:off x="7303364" y="2537888"/>
          <a:ext cx="398300" cy="398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392981" y="2537888"/>
        <a:ext cx="219066" cy="29972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1E3AE-3E29-E94B-8678-1C52D4451E67}">
      <dsp:nvSpPr>
        <dsp:cNvPr id="0" name=""/>
        <dsp:cNvSpPr/>
      </dsp:nvSpPr>
      <dsp:spPr>
        <a:xfrm>
          <a:off x="0" y="2448272"/>
          <a:ext cx="7053264" cy="160633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- </a:t>
          </a:r>
          <a:r>
            <a:rPr lang="en-US" sz="2900" kern="1200"/>
            <a:t>Deux options :</a:t>
          </a:r>
        </a:p>
      </dsp:txBody>
      <dsp:txXfrm>
        <a:off x="0" y="2448272"/>
        <a:ext cx="7053264" cy="867419"/>
      </dsp:txXfrm>
    </dsp:sp>
    <dsp:sp modelId="{078A022C-545E-E445-8B12-3348A431C0BB}">
      <dsp:nvSpPr>
        <dsp:cNvPr id="0" name=""/>
        <dsp:cNvSpPr/>
      </dsp:nvSpPr>
      <dsp:spPr>
        <a:xfrm>
          <a:off x="0" y="3283565"/>
          <a:ext cx="3526632" cy="7389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Application web</a:t>
          </a:r>
        </a:p>
      </dsp:txBody>
      <dsp:txXfrm>
        <a:off x="0" y="3283565"/>
        <a:ext cx="3526632" cy="738912"/>
      </dsp:txXfrm>
    </dsp:sp>
    <dsp:sp modelId="{437C9F0E-705E-9D43-9A1D-DAC6D5C00388}">
      <dsp:nvSpPr>
        <dsp:cNvPr id="0" name=""/>
        <dsp:cNvSpPr/>
      </dsp:nvSpPr>
      <dsp:spPr>
        <a:xfrm>
          <a:off x="3526632" y="3283565"/>
          <a:ext cx="3526632" cy="73891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Application mobile (Android / iOS / Cross-platform)</a:t>
          </a:r>
        </a:p>
      </dsp:txBody>
      <dsp:txXfrm>
        <a:off x="3526632" y="3283565"/>
        <a:ext cx="3526632" cy="738912"/>
      </dsp:txXfrm>
    </dsp:sp>
    <dsp:sp modelId="{1BB1577F-2BF5-8B41-B273-C7C8950C5174}">
      <dsp:nvSpPr>
        <dsp:cNvPr id="0" name=""/>
        <dsp:cNvSpPr/>
      </dsp:nvSpPr>
      <dsp:spPr>
        <a:xfrm rot="10800000">
          <a:off x="0" y="1829"/>
          <a:ext cx="7053264" cy="2470538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- </a:t>
          </a:r>
          <a:r>
            <a:rPr lang="en-US" sz="2900" kern="1200"/>
            <a:t>Développer une interface utilisateur connectée à la RESTful API.</a:t>
          </a:r>
        </a:p>
      </dsp:txBody>
      <dsp:txXfrm rot="10800000">
        <a:off x="0" y="1829"/>
        <a:ext cx="7053264" cy="16052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2B7CF-0EC8-47E2-A75E-D269E9EE603F}">
      <dsp:nvSpPr>
        <dsp:cNvPr id="0" name=""/>
        <dsp:cNvSpPr/>
      </dsp:nvSpPr>
      <dsp:spPr>
        <a:xfrm>
          <a:off x="0" y="3169"/>
          <a:ext cx="7053264" cy="6750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F88E3-23FA-4944-98AA-319C61B86113}">
      <dsp:nvSpPr>
        <dsp:cNvPr id="0" name=""/>
        <dsp:cNvSpPr/>
      </dsp:nvSpPr>
      <dsp:spPr>
        <a:xfrm>
          <a:off x="204192" y="155047"/>
          <a:ext cx="371258" cy="3712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6499D-9F1D-49C9-8DC1-38DE7FBE8C26}">
      <dsp:nvSpPr>
        <dsp:cNvPr id="0" name=""/>
        <dsp:cNvSpPr/>
      </dsp:nvSpPr>
      <dsp:spPr>
        <a:xfrm>
          <a:off x="779643" y="3169"/>
          <a:ext cx="6273620" cy="675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39" tIns="71439" rIns="71439" bIns="714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/>
            <a:t>- </a:t>
          </a:r>
          <a:r>
            <a:rPr lang="en-US" sz="1900" b="0" i="0" kern="1200"/>
            <a:t>Authentification : login / gestion de session</a:t>
          </a:r>
          <a:endParaRPr lang="en-US" sz="1900" kern="1200"/>
        </a:p>
      </dsp:txBody>
      <dsp:txXfrm>
        <a:off x="779643" y="3169"/>
        <a:ext cx="6273620" cy="675015"/>
      </dsp:txXfrm>
    </dsp:sp>
    <dsp:sp modelId="{8A236664-845B-4688-95E3-93BE42317586}">
      <dsp:nvSpPr>
        <dsp:cNvPr id="0" name=""/>
        <dsp:cNvSpPr/>
      </dsp:nvSpPr>
      <dsp:spPr>
        <a:xfrm>
          <a:off x="0" y="846939"/>
          <a:ext cx="7053264" cy="6750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21A1AF-6C2D-4BF5-B3D4-85DE00701EF2}">
      <dsp:nvSpPr>
        <dsp:cNvPr id="0" name=""/>
        <dsp:cNvSpPr/>
      </dsp:nvSpPr>
      <dsp:spPr>
        <a:xfrm>
          <a:off x="204192" y="998817"/>
          <a:ext cx="371258" cy="3712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72A83-0812-4DFB-AA1D-D4B87934F397}">
      <dsp:nvSpPr>
        <dsp:cNvPr id="0" name=""/>
        <dsp:cNvSpPr/>
      </dsp:nvSpPr>
      <dsp:spPr>
        <a:xfrm>
          <a:off x="779643" y="846939"/>
          <a:ext cx="6273620" cy="675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39" tIns="71439" rIns="71439" bIns="714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/>
            <a:t>- </a:t>
          </a:r>
          <a:r>
            <a:rPr lang="en-US" sz="1900" b="0" i="0" kern="1200"/>
            <a:t>Utilisateurs : CRUD complet</a:t>
          </a:r>
          <a:endParaRPr lang="en-US" sz="1900" kern="1200"/>
        </a:p>
      </dsp:txBody>
      <dsp:txXfrm>
        <a:off x="779643" y="846939"/>
        <a:ext cx="6273620" cy="675015"/>
      </dsp:txXfrm>
    </dsp:sp>
    <dsp:sp modelId="{7BB6FF14-FF71-4266-B44D-DAD62DE64EDC}">
      <dsp:nvSpPr>
        <dsp:cNvPr id="0" name=""/>
        <dsp:cNvSpPr/>
      </dsp:nvSpPr>
      <dsp:spPr>
        <a:xfrm>
          <a:off x="0" y="1690709"/>
          <a:ext cx="7053264" cy="6750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B41FF-58DC-4A8E-876E-2CE78C5B0D23}">
      <dsp:nvSpPr>
        <dsp:cNvPr id="0" name=""/>
        <dsp:cNvSpPr/>
      </dsp:nvSpPr>
      <dsp:spPr>
        <a:xfrm>
          <a:off x="204192" y="1842587"/>
          <a:ext cx="371258" cy="3712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B541F-21EF-44CC-839A-E0C0F76AA4F1}">
      <dsp:nvSpPr>
        <dsp:cNvPr id="0" name=""/>
        <dsp:cNvSpPr/>
      </dsp:nvSpPr>
      <dsp:spPr>
        <a:xfrm>
          <a:off x="779643" y="1690709"/>
          <a:ext cx="6273620" cy="675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39" tIns="71439" rIns="71439" bIns="714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/>
            <a:t>-</a:t>
          </a:r>
          <a:r>
            <a:rPr lang="en-US" sz="1900" b="0" i="0" kern="1200"/>
            <a:t> Équipes : CRUD complet</a:t>
          </a:r>
          <a:endParaRPr lang="en-US" sz="1900" kern="1200"/>
        </a:p>
      </dsp:txBody>
      <dsp:txXfrm>
        <a:off x="779643" y="1690709"/>
        <a:ext cx="6273620" cy="675015"/>
      </dsp:txXfrm>
    </dsp:sp>
    <dsp:sp modelId="{4C7A6289-39ED-44FD-AA10-BE9517E71EAA}">
      <dsp:nvSpPr>
        <dsp:cNvPr id="0" name=""/>
        <dsp:cNvSpPr/>
      </dsp:nvSpPr>
      <dsp:spPr>
        <a:xfrm>
          <a:off x="0" y="2534478"/>
          <a:ext cx="7053264" cy="6750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BC30E-0326-47CB-AD41-5167922DA1D2}">
      <dsp:nvSpPr>
        <dsp:cNvPr id="0" name=""/>
        <dsp:cNvSpPr/>
      </dsp:nvSpPr>
      <dsp:spPr>
        <a:xfrm>
          <a:off x="204192" y="2686357"/>
          <a:ext cx="371258" cy="3712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5DB38-3D8C-4F9B-8F8B-FF1E665EB41C}">
      <dsp:nvSpPr>
        <dsp:cNvPr id="0" name=""/>
        <dsp:cNvSpPr/>
      </dsp:nvSpPr>
      <dsp:spPr>
        <a:xfrm>
          <a:off x="779643" y="2534478"/>
          <a:ext cx="6273620" cy="675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39" tIns="71439" rIns="71439" bIns="714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/>
            <a:t>-</a:t>
          </a:r>
          <a:r>
            <a:rPr lang="en-US" sz="1900" b="0" i="0" kern="1200"/>
            <a:t> Gestion du temps : arrivée, départ, historiques</a:t>
          </a:r>
          <a:endParaRPr lang="en-US" sz="1900" kern="1200"/>
        </a:p>
      </dsp:txBody>
      <dsp:txXfrm>
        <a:off x="779643" y="2534478"/>
        <a:ext cx="6273620" cy="675015"/>
      </dsp:txXfrm>
    </dsp:sp>
    <dsp:sp modelId="{173125F4-457F-46F7-9F2F-B7341207F830}">
      <dsp:nvSpPr>
        <dsp:cNvPr id="0" name=""/>
        <dsp:cNvSpPr/>
      </dsp:nvSpPr>
      <dsp:spPr>
        <a:xfrm>
          <a:off x="0" y="3378248"/>
          <a:ext cx="7053264" cy="67501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C01530-342D-4055-9824-82B1C54FEBCB}">
      <dsp:nvSpPr>
        <dsp:cNvPr id="0" name=""/>
        <dsp:cNvSpPr/>
      </dsp:nvSpPr>
      <dsp:spPr>
        <a:xfrm>
          <a:off x="204192" y="3530127"/>
          <a:ext cx="371258" cy="3712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CFF2C-3879-4F8F-AB9E-46A3EA2232F9}">
      <dsp:nvSpPr>
        <dsp:cNvPr id="0" name=""/>
        <dsp:cNvSpPr/>
      </dsp:nvSpPr>
      <dsp:spPr>
        <a:xfrm>
          <a:off x="779643" y="3378248"/>
          <a:ext cx="6273620" cy="675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39" tIns="71439" rIns="71439" bIns="714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0" i="0" kern="1200"/>
            <a:t>- </a:t>
          </a:r>
          <a:r>
            <a:rPr lang="en-US" sz="1900" b="0" i="0" kern="1200"/>
            <a:t>KPI : rapports globaux selon les indicateurs choisis</a:t>
          </a:r>
          <a:endParaRPr lang="en-US" sz="1900" kern="1200"/>
        </a:p>
      </dsp:txBody>
      <dsp:txXfrm>
        <a:off x="779643" y="3378248"/>
        <a:ext cx="6273620" cy="67501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ACA52-5BD2-1141-A9B1-D49806EAA92F}">
      <dsp:nvSpPr>
        <dsp:cNvPr id="0" name=""/>
        <dsp:cNvSpPr/>
      </dsp:nvSpPr>
      <dsp:spPr>
        <a:xfrm>
          <a:off x="0" y="305563"/>
          <a:ext cx="8171528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2B74C5-F0EB-6D44-81FA-AE86E1E954B1}">
      <dsp:nvSpPr>
        <dsp:cNvPr id="0" name=""/>
        <dsp:cNvSpPr/>
      </dsp:nvSpPr>
      <dsp:spPr>
        <a:xfrm>
          <a:off x="408576" y="84163"/>
          <a:ext cx="5720069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05" tIns="0" rIns="21620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- </a:t>
          </a:r>
          <a:r>
            <a:rPr lang="en-US" sz="1500" kern="1200"/>
            <a:t>Deux rôles : Employé / Manager</a:t>
          </a:r>
        </a:p>
      </dsp:txBody>
      <dsp:txXfrm>
        <a:off x="430192" y="105779"/>
        <a:ext cx="5676837" cy="399568"/>
      </dsp:txXfrm>
    </dsp:sp>
    <dsp:sp modelId="{CD587B85-1A69-D443-8508-0F329335B312}">
      <dsp:nvSpPr>
        <dsp:cNvPr id="0" name=""/>
        <dsp:cNvSpPr/>
      </dsp:nvSpPr>
      <dsp:spPr>
        <a:xfrm>
          <a:off x="0" y="985963"/>
          <a:ext cx="8171528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201" tIns="312420" rIns="63420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• Accès restreint selon le rôle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• Authentification (token)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• Gestion du mot de passe</a:t>
          </a:r>
        </a:p>
      </dsp:txBody>
      <dsp:txXfrm>
        <a:off x="0" y="985963"/>
        <a:ext cx="8171528" cy="1134000"/>
      </dsp:txXfrm>
    </dsp:sp>
    <dsp:sp modelId="{B04AE076-FDF0-ED4D-B9FF-4FF3B70E7CBA}">
      <dsp:nvSpPr>
        <dsp:cNvPr id="0" name=""/>
        <dsp:cNvSpPr/>
      </dsp:nvSpPr>
      <dsp:spPr>
        <a:xfrm>
          <a:off x="408576" y="764563"/>
          <a:ext cx="5720069" cy="442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05" tIns="0" rIns="21620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- </a:t>
          </a:r>
          <a:r>
            <a:rPr lang="en-US" sz="1500" kern="1200"/>
            <a:t>🔒 Sécurité :</a:t>
          </a:r>
        </a:p>
      </dsp:txBody>
      <dsp:txXfrm>
        <a:off x="430192" y="786179"/>
        <a:ext cx="5676837" cy="399568"/>
      </dsp:txXfrm>
    </dsp:sp>
    <dsp:sp modelId="{C04A28A4-689C-7244-AA96-63570AA42CBB}">
      <dsp:nvSpPr>
        <dsp:cNvPr id="0" name=""/>
        <dsp:cNvSpPr/>
      </dsp:nvSpPr>
      <dsp:spPr>
        <a:xfrm>
          <a:off x="0" y="2422363"/>
          <a:ext cx="8171528" cy="897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201" tIns="312420" rIns="63420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/>
            <a:t>• </a:t>
          </a:r>
          <a:r>
            <a:rPr lang="en-US" sz="1500" kern="1200"/>
            <a:t>Employé : gérer compte, signaler temps, voir dashboar</a:t>
          </a:r>
          <a:r>
            <a:rPr lang="fr-FR" sz="1500" kern="1200"/>
            <a:t>d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/>
            <a:t>• </a:t>
          </a:r>
          <a:r>
            <a:rPr lang="en-US" sz="1500" kern="1200"/>
            <a:t>Manager : gérer équipes, consulter heures, voir </a:t>
          </a:r>
          <a:r>
            <a:rPr lang="fr-FR" sz="1500" kern="1200"/>
            <a:t>	</a:t>
          </a:r>
          <a:r>
            <a:rPr lang="en-US" sz="1500" kern="1200"/>
            <a:t>dashboards</a:t>
          </a:r>
        </a:p>
      </dsp:txBody>
      <dsp:txXfrm>
        <a:off x="0" y="2422363"/>
        <a:ext cx="8171528" cy="897750"/>
      </dsp:txXfrm>
    </dsp:sp>
    <dsp:sp modelId="{FA8D5E10-6F10-4741-8299-D8C165BF9328}">
      <dsp:nvSpPr>
        <dsp:cNvPr id="0" name=""/>
        <dsp:cNvSpPr/>
      </dsp:nvSpPr>
      <dsp:spPr>
        <a:xfrm>
          <a:off x="408576" y="2200963"/>
          <a:ext cx="5720069" cy="442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05" tIns="0" rIns="21620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⚙️ Fonctionnalités :</a:t>
          </a:r>
        </a:p>
      </dsp:txBody>
      <dsp:txXfrm>
        <a:off x="430192" y="2222579"/>
        <a:ext cx="5676837" cy="39956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F7626-D9BC-E54C-91CB-B62677D831B9}">
      <dsp:nvSpPr>
        <dsp:cNvPr id="0" name=""/>
        <dsp:cNvSpPr/>
      </dsp:nvSpPr>
      <dsp:spPr>
        <a:xfrm>
          <a:off x="0" y="2562579"/>
          <a:ext cx="8171528" cy="84109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Pourquoi c’est important :</a:t>
          </a:r>
        </a:p>
      </dsp:txBody>
      <dsp:txXfrm>
        <a:off x="0" y="2562579"/>
        <a:ext cx="8171528" cy="454191"/>
      </dsp:txXfrm>
    </dsp:sp>
    <dsp:sp modelId="{6AE02817-9B50-9245-81ED-C5BF9DF2E3CA}">
      <dsp:nvSpPr>
        <dsp:cNvPr id="0" name=""/>
        <dsp:cNvSpPr/>
      </dsp:nvSpPr>
      <dsp:spPr>
        <a:xfrm>
          <a:off x="3990" y="2999949"/>
          <a:ext cx="2721182" cy="38690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Inclusion &amp; qualité</a:t>
          </a:r>
        </a:p>
      </dsp:txBody>
      <dsp:txXfrm>
        <a:off x="3990" y="2999949"/>
        <a:ext cx="2721182" cy="386904"/>
      </dsp:txXfrm>
    </dsp:sp>
    <dsp:sp modelId="{D78ABB91-5998-DF4F-AD9B-315A64B043CA}">
      <dsp:nvSpPr>
        <dsp:cNvPr id="0" name=""/>
        <dsp:cNvSpPr/>
      </dsp:nvSpPr>
      <dsp:spPr>
        <a:xfrm>
          <a:off x="2725172" y="2999949"/>
          <a:ext cx="2721182" cy="386904"/>
        </a:xfrm>
        <a:prstGeom prst="rect">
          <a:avLst/>
        </a:prstGeom>
        <a:solidFill>
          <a:schemeClr val="accent5">
            <a:tint val="40000"/>
            <a:alpha val="90000"/>
            <a:hueOff val="-884566"/>
            <a:satOff val="-1158"/>
            <a:lumOff val="-569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•</a:t>
          </a:r>
          <a:r>
            <a:rPr lang="en-US" sz="1200" kern="1200"/>
            <a:t> Réduction des erreurs</a:t>
          </a:r>
        </a:p>
      </dsp:txBody>
      <dsp:txXfrm>
        <a:off x="2725172" y="2999949"/>
        <a:ext cx="2721182" cy="386904"/>
      </dsp:txXfrm>
    </dsp:sp>
    <dsp:sp modelId="{6E874DF8-8D52-B144-89CE-CF0519DCD67E}">
      <dsp:nvSpPr>
        <dsp:cNvPr id="0" name=""/>
        <dsp:cNvSpPr/>
      </dsp:nvSpPr>
      <dsp:spPr>
        <a:xfrm>
          <a:off x="5446355" y="2999949"/>
          <a:ext cx="2721182" cy="386904"/>
        </a:xfrm>
        <a:prstGeom prst="rect">
          <a:avLst/>
        </a:prstGeom>
        <a:solidFill>
          <a:schemeClr val="accent5">
            <a:tint val="40000"/>
            <a:alpha val="90000"/>
            <a:hueOff val="-1769133"/>
            <a:satOff val="-2316"/>
            <a:lumOff val="-1137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•</a:t>
          </a:r>
          <a:r>
            <a:rPr lang="en-US" sz="1200" kern="1200"/>
            <a:t> Amélioration SEO et expérience utilisateur</a:t>
          </a:r>
        </a:p>
      </dsp:txBody>
      <dsp:txXfrm>
        <a:off x="5446355" y="2999949"/>
        <a:ext cx="2721182" cy="386904"/>
      </dsp:txXfrm>
    </dsp:sp>
    <dsp:sp modelId="{A9117B35-25EE-904B-8538-878D8FBBD1D6}">
      <dsp:nvSpPr>
        <dsp:cNvPr id="0" name=""/>
        <dsp:cNvSpPr/>
      </dsp:nvSpPr>
      <dsp:spPr>
        <a:xfrm rot="10800000">
          <a:off x="0" y="1281590"/>
          <a:ext cx="8171528" cy="1293605"/>
        </a:xfrm>
        <a:prstGeom prst="upArrowCallout">
          <a:avLst/>
        </a:prstGeom>
        <a:solidFill>
          <a:schemeClr val="accent5">
            <a:hueOff val="-918568"/>
            <a:satOff val="135"/>
            <a:lumOff val="-323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- </a:t>
          </a:r>
          <a:r>
            <a:rPr lang="en-US" sz="1600" kern="1200"/>
            <a:t>Accessibilité </a:t>
          </a:r>
          <a:r>
            <a:rPr lang="en-US" sz="1600" kern="1200" dirty="0"/>
            <a:t>: </a:t>
          </a:r>
          <a:r>
            <a:rPr lang="en-US" sz="1600" kern="1200" dirty="0" err="1"/>
            <a:t>visuel</a:t>
          </a:r>
          <a:r>
            <a:rPr lang="en-US" sz="1600" kern="1200" dirty="0"/>
            <a:t>, </a:t>
          </a:r>
          <a:r>
            <a:rPr lang="en-US" sz="1600" kern="1200" dirty="0" err="1"/>
            <a:t>moteur</a:t>
          </a:r>
          <a:r>
            <a:rPr lang="en-US" sz="1600" kern="1200" dirty="0"/>
            <a:t>, </a:t>
          </a:r>
          <a:r>
            <a:rPr lang="en-US" sz="1600" kern="1200" dirty="0" err="1"/>
            <a:t>auditif</a:t>
          </a:r>
          <a:r>
            <a:rPr lang="en-US" sz="1600" kern="1200" dirty="0"/>
            <a:t>, </a:t>
          </a:r>
          <a:r>
            <a:rPr lang="en-US" sz="1600" kern="1200" dirty="0" err="1"/>
            <a:t>cognitif</a:t>
          </a:r>
          <a:endParaRPr lang="en-US" sz="1600" kern="1200" dirty="0"/>
        </a:p>
      </dsp:txBody>
      <dsp:txXfrm rot="10800000">
        <a:off x="0" y="1281590"/>
        <a:ext cx="8171528" cy="840546"/>
      </dsp:txXfrm>
    </dsp:sp>
    <dsp:sp modelId="{4EBDE631-9277-3F4B-A454-D6F920B87736}">
      <dsp:nvSpPr>
        <dsp:cNvPr id="0" name=""/>
        <dsp:cNvSpPr/>
      </dsp:nvSpPr>
      <dsp:spPr>
        <a:xfrm rot="10800000">
          <a:off x="0" y="601"/>
          <a:ext cx="8171528" cy="1293605"/>
        </a:xfrm>
        <a:prstGeom prst="upArrowCallout">
          <a:avLst/>
        </a:prstGeom>
        <a:solidFill>
          <a:schemeClr val="accent5">
            <a:hueOff val="-1837137"/>
            <a:satOff val="270"/>
            <a:lumOff val="-647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-</a:t>
          </a:r>
          <a:r>
            <a:rPr lang="en-US" sz="1600" kern="1200"/>
            <a:t> Bonnes pratiques UX : clarté, cohérence, simplicité</a:t>
          </a:r>
        </a:p>
      </dsp:txBody>
      <dsp:txXfrm rot="10800000">
        <a:off x="0" y="601"/>
        <a:ext cx="8171528" cy="84054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C1186-0C29-0D48-9EDC-594A767AF524}">
      <dsp:nvSpPr>
        <dsp:cNvPr id="0" name=""/>
        <dsp:cNvSpPr/>
      </dsp:nvSpPr>
      <dsp:spPr>
        <a:xfrm>
          <a:off x="0" y="2562579"/>
          <a:ext cx="8171528" cy="8410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/>
            <a:t>-</a:t>
          </a:r>
          <a:r>
            <a:rPr lang="en-US" sz="1600" b="0" i="0" kern="1200"/>
            <a:t> Présentation finale :</a:t>
          </a:r>
          <a:endParaRPr lang="en-US" sz="1600" kern="1200"/>
        </a:p>
      </dsp:txBody>
      <dsp:txXfrm>
        <a:off x="0" y="2562579"/>
        <a:ext cx="8171528" cy="454191"/>
      </dsp:txXfrm>
    </dsp:sp>
    <dsp:sp modelId="{AA86EF27-2B92-FF48-AFAD-7461E57C8043}">
      <dsp:nvSpPr>
        <dsp:cNvPr id="0" name=""/>
        <dsp:cNvSpPr/>
      </dsp:nvSpPr>
      <dsp:spPr>
        <a:xfrm>
          <a:off x="997" y="2999949"/>
          <a:ext cx="1633906" cy="3869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•</a:t>
          </a:r>
          <a:r>
            <a:rPr lang="en-US" sz="1200" b="0" i="0" kern="1200"/>
            <a:t> Bonnes pratiques</a:t>
          </a:r>
          <a:endParaRPr lang="en-US" sz="1200" kern="1200"/>
        </a:p>
      </dsp:txBody>
      <dsp:txXfrm>
        <a:off x="997" y="2999949"/>
        <a:ext cx="1633906" cy="386904"/>
      </dsp:txXfrm>
    </dsp:sp>
    <dsp:sp modelId="{F50FCD12-B386-DE4B-A386-B8179CB7490B}">
      <dsp:nvSpPr>
        <dsp:cNvPr id="0" name=""/>
        <dsp:cNvSpPr/>
      </dsp:nvSpPr>
      <dsp:spPr>
        <a:xfrm>
          <a:off x="1634904" y="2999949"/>
          <a:ext cx="1633906" cy="38690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•</a:t>
          </a:r>
          <a:r>
            <a:rPr lang="en-US" sz="1200" b="0" i="0" kern="1200"/>
            <a:t> Documentation</a:t>
          </a:r>
          <a:endParaRPr lang="en-US" sz="1200" kern="1200"/>
        </a:p>
      </dsp:txBody>
      <dsp:txXfrm>
        <a:off x="1634904" y="2999949"/>
        <a:ext cx="1633906" cy="386904"/>
      </dsp:txXfrm>
    </dsp:sp>
    <dsp:sp modelId="{A8C68CBF-ABFC-8046-8DFA-866AD839E67E}">
      <dsp:nvSpPr>
        <dsp:cNvPr id="0" name=""/>
        <dsp:cNvSpPr/>
      </dsp:nvSpPr>
      <dsp:spPr>
        <a:xfrm>
          <a:off x="3268810" y="2999949"/>
          <a:ext cx="1633906" cy="38690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•</a:t>
          </a:r>
          <a:r>
            <a:rPr lang="en-US" sz="1200" b="0" i="0" kern="1200"/>
            <a:t> CI/CD en action</a:t>
          </a:r>
          <a:endParaRPr lang="en-US" sz="1200" kern="1200"/>
        </a:p>
      </dsp:txBody>
      <dsp:txXfrm>
        <a:off x="3268810" y="2999949"/>
        <a:ext cx="1633906" cy="386904"/>
      </dsp:txXfrm>
    </dsp:sp>
    <dsp:sp modelId="{E9F9E560-B884-6F41-80B5-3A3AD85451FF}">
      <dsp:nvSpPr>
        <dsp:cNvPr id="0" name=""/>
        <dsp:cNvSpPr/>
      </dsp:nvSpPr>
      <dsp:spPr>
        <a:xfrm>
          <a:off x="4902717" y="2999949"/>
          <a:ext cx="1633906" cy="38690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•</a:t>
          </a:r>
          <a:r>
            <a:rPr lang="en-US" sz="1200" b="0" i="0" kern="1200"/>
            <a:t> Choix technologiques</a:t>
          </a:r>
          <a:endParaRPr lang="en-US" sz="1200" kern="1200"/>
        </a:p>
      </dsp:txBody>
      <dsp:txXfrm>
        <a:off x="4902717" y="2999949"/>
        <a:ext cx="1633906" cy="386904"/>
      </dsp:txXfrm>
    </dsp:sp>
    <dsp:sp modelId="{1D8FA2C8-B048-7745-B825-BA211EC7F13C}">
      <dsp:nvSpPr>
        <dsp:cNvPr id="0" name=""/>
        <dsp:cNvSpPr/>
      </dsp:nvSpPr>
      <dsp:spPr>
        <a:xfrm>
          <a:off x="6536623" y="2999949"/>
          <a:ext cx="1633906" cy="386904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•</a:t>
          </a:r>
          <a:r>
            <a:rPr lang="en-US" sz="1200" b="0" i="0" kern="1200"/>
            <a:t> Code &amp; architecture</a:t>
          </a:r>
          <a:endParaRPr lang="en-US" sz="1200" kern="1200"/>
        </a:p>
      </dsp:txBody>
      <dsp:txXfrm>
        <a:off x="6536623" y="2999949"/>
        <a:ext cx="1633906" cy="386904"/>
      </dsp:txXfrm>
    </dsp:sp>
    <dsp:sp modelId="{4B54658D-627F-B548-8F64-79B49F93D94C}">
      <dsp:nvSpPr>
        <dsp:cNvPr id="0" name=""/>
        <dsp:cNvSpPr/>
      </dsp:nvSpPr>
      <dsp:spPr>
        <a:xfrm rot="10800000">
          <a:off x="0" y="1281590"/>
          <a:ext cx="8171528" cy="1293605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/>
            <a:t>-</a:t>
          </a:r>
          <a:r>
            <a:rPr lang="en-US" sz="1600" b="0" i="0" kern="1200"/>
            <a:t> README.md clair (Markdown)</a:t>
          </a:r>
          <a:endParaRPr lang="en-US" sz="1600" kern="1200"/>
        </a:p>
      </dsp:txBody>
      <dsp:txXfrm rot="10800000">
        <a:off x="0" y="1281590"/>
        <a:ext cx="8171528" cy="840546"/>
      </dsp:txXfrm>
    </dsp:sp>
    <dsp:sp modelId="{AC5DBBE7-33D1-304F-88EC-CFBE4E8256B0}">
      <dsp:nvSpPr>
        <dsp:cNvPr id="0" name=""/>
        <dsp:cNvSpPr/>
      </dsp:nvSpPr>
      <dsp:spPr>
        <a:xfrm rot="10800000">
          <a:off x="0" y="601"/>
          <a:ext cx="8171528" cy="1293605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/>
            <a:t>-</a:t>
          </a:r>
          <a:r>
            <a:rPr lang="en-US" sz="1600" b="0" i="0" kern="1200"/>
            <a:t> Architecture simple et scalable</a:t>
          </a:r>
          <a:endParaRPr lang="en-US" sz="1600" kern="1200"/>
        </a:p>
      </dsp:txBody>
      <dsp:txXfrm rot="10800000">
        <a:off x="0" y="601"/>
        <a:ext cx="8171528" cy="840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2543-D456-48A2-8980-E575FA8A713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4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5A50-A0DC-4885-B36B-34546C50609D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1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63AF-DF20-4037-966A-C35155089D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09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DEA95-9A4D-4DDF-BEF4-1B02E706FABF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3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CD71-EEBF-4C56-8537-E430068CEA38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B8BA4-695A-4CCA-8423-B2C0E4B5B42A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78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4F66-0617-4421-A9EA-4E97B69E1C71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14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38FE1-F425-4D19-9DB0-45DFDCD905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900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6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54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7206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77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01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98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4A51-E296-4C7B-B4B9-3526BAC3615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66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B015F-1FD4-45CA-886D-22A6EE039A1A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4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358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  <p:sldLayoutId id="21474838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6096000"/>
            <a:ext cx="745300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28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04646" y="804672"/>
            <a:ext cx="2641019" cy="5248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4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  <a:defRPr sz="6000" b="1">
                <a:solidFill>
                  <a:srgbClr val="5096FF"/>
                </a:solidFill>
                <a:latin typeface="Montserrat"/>
              </a:defRPr>
            </a:pPr>
            <a:r>
              <a:rPr lang="en-US" sz="4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🕒 Time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31895" y="804671"/>
            <a:ext cx="4799948" cy="52486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800">
                <a:solidFill>
                  <a:srgbClr val="F0F3F7"/>
                </a:solidFill>
                <a:latin typeface="Open Sans"/>
              </a:defRPr>
            </a:pPr>
            <a:r>
              <a:rPr lang="en-US">
                <a:latin typeface="+mj-lt"/>
                <a:ea typeface="+mj-ea"/>
                <a:cs typeface="+mj-cs"/>
              </a:rPr>
              <a:t>Projet - Présentation complète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2000"/>
                <a:hueMod val="96000"/>
                <a:satMod val="128000"/>
                <a:lumMod val="114000"/>
              </a:schemeClr>
            </a:gs>
            <a:gs pos="100000">
              <a:schemeClr val="bg2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4FCDA8-6412-12A6-8151-356014B30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6096000"/>
            <a:ext cx="745300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1325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7275344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DE2E01-AEC6-1E99-70D2-5686EFEEB059}"/>
              </a:ext>
            </a:extLst>
          </p:cNvPr>
          <p:cNvSpPr txBox="1"/>
          <p:nvPr/>
        </p:nvSpPr>
        <p:spPr>
          <a:xfrm>
            <a:off x="866216" y="1447800"/>
            <a:ext cx="4843814" cy="33295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7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  <a:defRPr sz="6000" b="1">
                <a:solidFill>
                  <a:srgbClr val="5096FF"/>
                </a:solidFill>
                <a:latin typeface="Montserrat"/>
              </a:defRPr>
            </a:pPr>
            <a:r>
              <a:rPr lang="en-US" sz="7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1. Devops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59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>
                <a:latin typeface="Open Sans"/>
              </a:rPr>
              <a:t>Concepts Clés DevOps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F6C0BC-1F1A-3EB2-0DB7-909F45995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722183"/>
              </p:ext>
            </p:extLst>
          </p:nvPr>
        </p:nvGraphicFramePr>
        <p:xfrm>
          <a:off x="971600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>
                <a:latin typeface="Open Sans"/>
              </a:rPr>
              <a:t>Docker &amp; Docker Compose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906361-38D7-5BFA-BC4A-10488FE678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784045"/>
              </p:ext>
            </p:extLst>
          </p:nvPr>
        </p:nvGraphicFramePr>
        <p:xfrm>
          <a:off x="975120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EBEBEB"/>
                </a:solidFill>
                <a:latin typeface="Open Sans"/>
              </a:rPr>
              <a:t>Git &amp; Collaboration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8C8DF88-31CE-FE63-173C-FB616EEB750A}"/>
              </a:ext>
            </a:extLst>
          </p:cNvPr>
          <p:cNvSpPr txBox="1"/>
          <p:nvPr/>
        </p:nvSpPr>
        <p:spPr>
          <a:xfrm>
            <a:off x="7867859" y="2592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642982A-84B1-16AB-1611-A1721C5C46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2867381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latin typeface="Open Sans"/>
              </a:rPr>
              <a:t>Testing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1A3779-6AFB-EDF7-57F9-74822D908D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449626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latin typeface="Open Sans"/>
              </a:rPr>
              <a:t>Pipeline CI/CD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: Shape 15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84C86A-6DE5-9B6F-C02D-6365EBDB1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9244173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798C1-A68E-3BA6-81C4-CCB058D4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6096000"/>
            <a:ext cx="745300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59FEF9A-9073-4D0C-AE3F-4B05B7C78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C28380-E9C5-4DCE-B5C1-4AA895BF6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55D28D-C2E2-4760-9A13-C5F71FE75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9995C4B-8CD5-40DB-8530-565CC0896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4A050BCC-0CE3-4398-8A11-7F2AFE718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2054B8B-C60C-495C-AAFE-111588B9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31" name="Freeform 5">
            <a:extLst>
              <a:ext uri="{FF2B5EF4-FFF2-40B4-BE49-F238E27FC236}">
                <a16:creationId xmlns:a16="http://schemas.microsoft.com/office/drawing/2014/main" id="{9A868E46-760C-4803-96E3-94D7FF55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632DB3C-29C8-435B-832E-2A000331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70765" y="1828800"/>
            <a:ext cx="0" cy="3200400"/>
          </a:xfrm>
          <a:prstGeom prst="line">
            <a:avLst/>
          </a:prstGeom>
          <a:ln w="19050" cap="sq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848F42C-BBEE-2CF2-462F-56DD9FF2FBCB}"/>
              </a:ext>
            </a:extLst>
          </p:cNvPr>
          <p:cNvSpPr txBox="1"/>
          <p:nvPr/>
        </p:nvSpPr>
        <p:spPr>
          <a:xfrm>
            <a:off x="3489530" y="1333500"/>
            <a:ext cx="4680435" cy="419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7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  <a:defRPr sz="6000" b="1">
                <a:solidFill>
                  <a:srgbClr val="5096FF"/>
                </a:solidFill>
                <a:latin typeface="Montserrat"/>
              </a:defRPr>
            </a:pPr>
            <a:r>
              <a:rPr lang="en-US" sz="7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2. Backend </a:t>
            </a:r>
          </a:p>
        </p:txBody>
      </p:sp>
    </p:spTree>
    <p:extLst>
      <p:ext uri="{BB962C8B-B14F-4D97-AF65-F5344CB8AC3E}">
        <p14:creationId xmlns:p14="http://schemas.microsoft.com/office/powerpoint/2010/main" val="1199486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900">
                <a:solidFill>
                  <a:srgbClr val="EBEBEB"/>
                </a:solidFill>
                <a:latin typeface="Open Sans"/>
              </a:rPr>
              <a:t>Backend : le cœur de l’application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CDE524-2BFC-5622-B11C-947E17351D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686284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Open Sans"/>
              </a:rPr>
              <a:t>C’est quoi une API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>
                <a:latin typeface="Open Sans"/>
              </a:rPr>
              <a:t>- Application Programming Interface</a:t>
            </a:r>
          </a:p>
          <a:p>
            <a:endParaRPr lang="fr-FR"/>
          </a:p>
          <a:p>
            <a:pPr marL="0" indent="0">
              <a:buNone/>
            </a:pPr>
            <a:r>
              <a:rPr lang="fr-FR">
                <a:latin typeface="Open Sans"/>
              </a:rPr>
              <a:t>- API RESTful = endpoints + </a:t>
            </a:r>
            <a:r>
              <a:rPr lang="fr-FR" err="1">
                <a:latin typeface="Open Sans"/>
              </a:rPr>
              <a:t>méthodes</a:t>
            </a:r>
            <a:r>
              <a:rPr lang="fr-FR">
                <a:latin typeface="Open Sans"/>
              </a:rPr>
              <a:t> HTTP</a:t>
            </a:r>
          </a:p>
          <a:p>
            <a:pPr marL="0" indent="0">
              <a:buNone/>
            </a:pPr>
            <a:r>
              <a:rPr lang="fr-FR">
                <a:latin typeface="Open Sans"/>
              </a:rPr>
              <a:t>- </a:t>
            </a:r>
            <a:r>
              <a:rPr lang="fr-FR" err="1">
                <a:latin typeface="Open Sans"/>
              </a:rPr>
              <a:t>Exemple</a:t>
            </a:r>
            <a:r>
              <a:rPr lang="fr-FR">
                <a:latin typeface="Open Sans"/>
              </a:rPr>
              <a:t> :</a:t>
            </a:r>
          </a:p>
          <a:p>
            <a:pPr marL="0" indent="0">
              <a:buNone/>
            </a:pPr>
            <a:r>
              <a:rPr lang="fr-FR">
                <a:latin typeface="Open Sans"/>
              </a:rPr>
              <a:t>    GET /users → </a:t>
            </a:r>
            <a:r>
              <a:rPr lang="fr-FR" err="1">
                <a:latin typeface="Open Sans"/>
              </a:rPr>
              <a:t>récupérer</a:t>
            </a:r>
            <a:r>
              <a:rPr lang="fr-FR">
                <a:latin typeface="Open Sans"/>
              </a:rPr>
              <a:t> des </a:t>
            </a:r>
            <a:r>
              <a:rPr lang="fr-FR" err="1">
                <a:latin typeface="Open Sans"/>
              </a:rPr>
              <a:t>utilisateurs</a:t>
            </a:r>
            <a:endParaRPr lang="fr-FR">
              <a:latin typeface="Open Sans"/>
            </a:endParaRPr>
          </a:p>
          <a:p>
            <a:pPr marL="0" indent="0">
              <a:buNone/>
            </a:pPr>
            <a:r>
              <a:rPr lang="fr-FR">
                <a:latin typeface="Open Sans"/>
              </a:rPr>
              <a:t>    POST /users → </a:t>
            </a:r>
            <a:r>
              <a:rPr lang="fr-FR" err="1">
                <a:latin typeface="Open Sans"/>
              </a:rPr>
              <a:t>créer</a:t>
            </a:r>
            <a:r>
              <a:rPr lang="fr-FR">
                <a:latin typeface="Open Sans"/>
              </a:rPr>
              <a:t> un </a:t>
            </a:r>
            <a:r>
              <a:rPr lang="fr-FR" err="1">
                <a:latin typeface="Open Sans"/>
              </a:rPr>
              <a:t>utilisateur</a:t>
            </a:r>
            <a:endParaRPr lang="fr-FR">
              <a:latin typeface="Open Sans"/>
            </a:endParaRPr>
          </a:p>
          <a:p>
            <a:endParaRPr lang="fr-FR"/>
          </a:p>
          <a:p>
            <a:pPr marL="0" indent="0">
              <a:buNone/>
            </a:pPr>
            <a:r>
              <a:rPr lang="fr-FR">
                <a:latin typeface="Open Sans"/>
              </a:rPr>
              <a:t>- Concept </a:t>
            </a:r>
            <a:r>
              <a:rPr lang="fr-FR" err="1">
                <a:latin typeface="Open Sans"/>
              </a:rPr>
              <a:t>clé</a:t>
            </a:r>
            <a:r>
              <a:rPr lang="fr-FR">
                <a:latin typeface="Open Sans"/>
              </a:rPr>
              <a:t> : CRUD (Create, Read, Update, Delete)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latin typeface="Open Sans"/>
              </a:rPr>
              <a:t>Gestion des rôles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BB5D55-8D3F-DE4C-D335-48D8C4290F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656936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  <a:latin typeface="Open Sans"/>
              </a:rPr>
              <a:t>KPIs (indicateurs de performance)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A9EF647-6FF8-1D3A-AACF-BF54C944B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700805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latin typeface="Open Sans"/>
              </a:rPr>
              <a:t>Authentification &amp; Sécurité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0EC70852-524E-63D2-E9CB-E34D77EBF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8319973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B9538A-2A89-47DD-996C-7D2BE2AB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fr-FR" sz="3100">
                <a:solidFill>
                  <a:srgbClr val="EBEBEB"/>
                </a:solidFill>
                <a:latin typeface="Open Sans"/>
              </a:rPr>
              <a:t>JSON Web Token (JWT)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25979B-5325-4898-8EF9-5C174B19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34B22E2B-30D5-47A4-97C5-091EA1AB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6DA3CD-A002-40ED-8194-B4E637BD7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3C89B6-0213-F348-CCFB-8144C1CF10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697848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latin typeface="Open Sans"/>
              </a:rPr>
              <a:t>Points clés à maîtriser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FE75BA-D6BD-A43A-13A2-348C4FC32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482768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04C7E-6ABD-4DF0-1257-B62CB548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6096000"/>
            <a:ext cx="745300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59FEF9A-9073-4D0C-AE3F-4B05B7C78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C28380-E9C5-4DCE-B5C1-4AA895BF6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55D28D-C2E2-4760-9A13-C5F71FE75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9995C4B-8CD5-40DB-8530-565CC0896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4A050BCC-0CE3-4398-8A11-7F2AFE718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2054B8B-C60C-495C-AAFE-111588B9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31" name="Freeform 5">
            <a:extLst>
              <a:ext uri="{FF2B5EF4-FFF2-40B4-BE49-F238E27FC236}">
                <a16:creationId xmlns:a16="http://schemas.microsoft.com/office/drawing/2014/main" id="{9A868E46-760C-4803-96E3-94D7FF55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632DB3C-29C8-435B-832E-2A000331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70765" y="1828800"/>
            <a:ext cx="0" cy="3200400"/>
          </a:xfrm>
          <a:prstGeom prst="line">
            <a:avLst/>
          </a:prstGeom>
          <a:ln w="19050" cap="sq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1A5A27D-DB50-C7AA-42D4-978F65CA4BB7}"/>
              </a:ext>
            </a:extLst>
          </p:cNvPr>
          <p:cNvSpPr txBox="1"/>
          <p:nvPr/>
        </p:nvSpPr>
        <p:spPr>
          <a:xfrm>
            <a:off x="3489530" y="1333500"/>
            <a:ext cx="4680435" cy="419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7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6000" b="1">
                <a:solidFill>
                  <a:srgbClr val="5096FF"/>
                </a:solidFill>
                <a:latin typeface="Montserrat"/>
              </a:defRPr>
            </a:pPr>
            <a:r>
              <a:rPr lang="en-US" sz="7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3. FRONTEND</a:t>
            </a:r>
          </a:p>
        </p:txBody>
      </p:sp>
    </p:spTree>
    <p:extLst>
      <p:ext uri="{BB962C8B-B14F-4D97-AF65-F5344CB8AC3E}">
        <p14:creationId xmlns:p14="http://schemas.microsoft.com/office/powerpoint/2010/main" val="3462531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>
                <a:latin typeface="Open Sans"/>
              </a:rPr>
              <a:t>🎯 Objectif du Frontend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DC89C3-2FAC-C83D-7196-CBF621621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8351128"/>
              </p:ext>
            </p:extLst>
          </p:nvPr>
        </p:nvGraphicFramePr>
        <p:xfrm>
          <a:off x="1047128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>
                <a:latin typeface="Open Sans"/>
              </a:rPr>
              <a:t>🧩 Interfaces principales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9D4B3C-1FD2-4632-5E9E-3B9BA9CDE1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2134874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latin typeface="Open Sans"/>
              </a:rPr>
              <a:t>🛡️ Rôles &amp; Sécurité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C39CB1-AF82-72DC-E308-D5EE7DE4F0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883084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latin typeface="Open Sans"/>
              </a:rPr>
              <a:t>💡 UX &amp; Accessibilité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A3BEE2-F9A8-E8DC-45FC-856104D509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913511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latin typeface="Open Sans"/>
              </a:rPr>
              <a:t>Documentation &amp; Keynote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7FBD11-8364-805A-8430-6C06C30DF2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4090127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6096000"/>
            <a:ext cx="745300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59FEF9A-9073-4D0C-AE3F-4B05B7C78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C28380-E9C5-4DCE-B5C1-4AA895BF6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55D28D-C2E2-4760-9A13-C5F71FE75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9995C4B-8CD5-40DB-8530-565CC0896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4A050BCC-0CE3-4398-8A11-7F2AFE718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2054B8B-C60C-495C-AAFE-111588B9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31" name="Freeform 5">
            <a:extLst>
              <a:ext uri="{FF2B5EF4-FFF2-40B4-BE49-F238E27FC236}">
                <a16:creationId xmlns:a16="http://schemas.microsoft.com/office/drawing/2014/main" id="{9A868E46-760C-4803-96E3-94D7FF55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632DB3C-29C8-435B-832E-2A000331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70765" y="1828800"/>
            <a:ext cx="0" cy="3200400"/>
          </a:xfrm>
          <a:prstGeom prst="line">
            <a:avLst/>
          </a:prstGeom>
          <a:ln w="19050" cap="sq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89530" y="1333500"/>
            <a:ext cx="4680435" cy="419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7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5096FF"/>
                </a:solidFill>
                <a:latin typeface="Montserrat"/>
              </a:defRPr>
            </a:pPr>
            <a:r>
              <a:rPr lang="en-US" sz="67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🙏 Merci / Questions 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9"/>
  <p:tag name="AS_OS" val="Unix 5.4.0.216"/>
  <p:tag name="AS_RELEASE_DATE" val="2024.02.14"/>
  <p:tag name="AS_TITLE" val="Aspose.Slides for .NET6"/>
  <p:tag name="AS_VERSION" val="24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193</TotalTime>
  <Words>568</Words>
  <Application>Microsoft Macintosh PowerPoint</Application>
  <PresentationFormat>On-screen Show (4:3)</PresentationFormat>
  <Paragraphs>106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Century Gothic</vt:lpstr>
      <vt:lpstr>Open Sans</vt:lpstr>
      <vt:lpstr>Wingdings 3</vt:lpstr>
      <vt:lpstr>Ion</vt:lpstr>
      <vt:lpstr>PowerPoint Presentation</vt:lpstr>
      <vt:lpstr>PowerPoint Presentation</vt:lpstr>
      <vt:lpstr>Concepts Clés DevOps</vt:lpstr>
      <vt:lpstr>Docker &amp; Docker Compose</vt:lpstr>
      <vt:lpstr>Git &amp; Collaboration</vt:lpstr>
      <vt:lpstr>Testing</vt:lpstr>
      <vt:lpstr>Pipeline CI/CD</vt:lpstr>
      <vt:lpstr>PowerPoint Presentation</vt:lpstr>
      <vt:lpstr>Backend : le cœur de l’application</vt:lpstr>
      <vt:lpstr>C’est quoi une API ?</vt:lpstr>
      <vt:lpstr>Gestion des rôles</vt:lpstr>
      <vt:lpstr>KPIs (indicateurs de performance)</vt:lpstr>
      <vt:lpstr>Authentification &amp; Sécurité</vt:lpstr>
      <vt:lpstr>JSON Web Token (JWT)</vt:lpstr>
      <vt:lpstr>Points clés à maîtriser</vt:lpstr>
      <vt:lpstr>PowerPoint Presentation</vt:lpstr>
      <vt:lpstr>🎯 Objectif du Frontend</vt:lpstr>
      <vt:lpstr>🧩 Interfaces principales</vt:lpstr>
      <vt:lpstr>🛡️ Rôles &amp; Sécurité</vt:lpstr>
      <vt:lpstr>💡 UX &amp; Accessibilité</vt:lpstr>
      <vt:lpstr>Documentation &amp; Keynote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Jonathan Albac</cp:lastModifiedBy>
  <cp:revision>9</cp:revision>
  <cp:lastPrinted>2025-10-05T13:12:27Z</cp:lastPrinted>
  <dcterms:created xsi:type="dcterms:W3CDTF">2025-10-05T13:12:27Z</dcterms:created>
  <dcterms:modified xsi:type="dcterms:W3CDTF">2025-10-06T14:12:09Z</dcterms:modified>
</cp:coreProperties>
</file>